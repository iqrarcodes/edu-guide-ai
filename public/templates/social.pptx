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3"/>
  </p:notesMasterIdLst>
  <p:sldIdLst>
    <p:sldId id="259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Cuprum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A33B137-F87D-4E7E-8B33-7C31B7B1535C}">
  <a:tblStyle styleId="{5A33B137-F87D-4E7E-8B33-7C31B7B153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748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085975" y="1264500"/>
            <a:ext cx="1107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5402425" y="3109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b="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b="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b="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5038775" y="3572036"/>
            <a:ext cx="7772400" cy="28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000"/>
              <a:buNone/>
              <a:defRPr sz="20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085975" y="1264500"/>
            <a:ext cx="1107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085975" y="1264500"/>
            <a:ext cx="1107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>
            <a:spLocks noGrp="1"/>
          </p:cNvSpPr>
          <p:nvPr>
            <p:ph type="pic" idx="2"/>
          </p:nvPr>
        </p:nvSpPr>
        <p:spPr>
          <a:xfrm>
            <a:off x="8905806" y="2057400"/>
            <a:ext cx="8125500" cy="6094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976450" y="2140775"/>
            <a:ext cx="6010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36100" y="44074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75854" b="-75844"/>
            </a:stretch>
          </a:blipFill>
          <a:ln>
            <a:noFill/>
          </a:ln>
        </p:spPr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092075" y="10697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Cuprum"/>
              <a:buNone/>
              <a:defRPr sz="7000" b="1" i="0" u="none" strike="noStrike" cap="none">
                <a:solidFill>
                  <a:schemeClr val="lt1"/>
                </a:solidFill>
                <a:latin typeface="Cuprum"/>
                <a:ea typeface="Cuprum"/>
                <a:cs typeface="Cuprum"/>
                <a:sym typeface="Cup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694500" y="40342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 i="0" u="none" strike="noStrike" cap="none">
                <a:solidFill>
                  <a:schemeClr val="lt1"/>
                </a:solidFill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 sz="2800" i="0" u="none" strike="noStrike" cap="none">
                <a:solidFill>
                  <a:schemeClr val="lt1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 i="0" u="none" strike="noStrike" cap="none">
                <a:solidFill>
                  <a:schemeClr val="lt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 i="0" u="none" strike="noStrike" cap="none">
                <a:solidFill>
                  <a:schemeClr val="lt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 i="0" u="none" strike="noStrike" cap="none">
                <a:solidFill>
                  <a:schemeClr val="lt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 i="0" u="none" strike="noStrike" cap="none">
                <a:solidFill>
                  <a:schemeClr val="lt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 i="0" u="none" strike="noStrike" cap="none">
                <a:solidFill>
                  <a:schemeClr val="lt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 i="0" u="none" strike="noStrike" cap="none">
                <a:solidFill>
                  <a:schemeClr val="lt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 i="0" u="none" strike="noStrike" cap="none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5855" b="-75855"/>
            </a:stretch>
          </a:blipFill>
          <a:ln>
            <a:noFill/>
          </a:ln>
        </p:spPr>
      </p:sp>
      <p:cxnSp>
        <p:nvCxnSpPr>
          <p:cNvPr id="212" name="Google Shape;212;p12"/>
          <p:cNvCxnSpPr/>
          <p:nvPr/>
        </p:nvCxnSpPr>
        <p:spPr>
          <a:xfrm>
            <a:off x="574176" y="2739129"/>
            <a:ext cx="0" cy="6492240"/>
          </a:xfrm>
          <a:prstGeom prst="straightConnector1">
            <a:avLst/>
          </a:prstGeom>
          <a:noFill/>
          <a:ln w="38100" cap="flat" cmpd="sng">
            <a:solidFill>
              <a:srgbClr val="5271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3" name="Google Shape;213;p12"/>
          <p:cNvGrpSpPr/>
          <p:nvPr/>
        </p:nvGrpSpPr>
        <p:grpSpPr>
          <a:xfrm>
            <a:off x="390010" y="9078969"/>
            <a:ext cx="337852" cy="337852"/>
            <a:chOff x="0" y="0"/>
            <a:chExt cx="812800" cy="812800"/>
          </a:xfrm>
        </p:grpSpPr>
        <p:sp>
          <p:nvSpPr>
            <p:cNvPr id="214" name="Google Shape;214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2"/>
          <p:cNvGrpSpPr/>
          <p:nvPr/>
        </p:nvGrpSpPr>
        <p:grpSpPr>
          <a:xfrm>
            <a:off x="401440" y="7785021"/>
            <a:ext cx="337852" cy="337852"/>
            <a:chOff x="0" y="0"/>
            <a:chExt cx="812800" cy="812800"/>
          </a:xfrm>
        </p:grpSpPr>
        <p:sp>
          <p:nvSpPr>
            <p:cNvPr id="217" name="Google Shape;217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2"/>
          <p:cNvGrpSpPr/>
          <p:nvPr/>
        </p:nvGrpSpPr>
        <p:grpSpPr>
          <a:xfrm>
            <a:off x="424300" y="2467960"/>
            <a:ext cx="337852" cy="337852"/>
            <a:chOff x="0" y="0"/>
            <a:chExt cx="812800" cy="812800"/>
          </a:xfrm>
        </p:grpSpPr>
        <p:sp>
          <p:nvSpPr>
            <p:cNvPr id="220" name="Google Shape;22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2"/>
          <p:cNvSpPr txBox="1"/>
          <p:nvPr/>
        </p:nvSpPr>
        <p:spPr>
          <a:xfrm>
            <a:off x="1448849" y="1264812"/>
            <a:ext cx="737807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9600" dirty="0" smtClean="0">
                <a:solidFill>
                  <a:schemeClr val="bg1"/>
                </a:solidFill>
              </a:rPr>
              <a:t>{title}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566837" y="3395031"/>
            <a:ext cx="5320741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3200" dirty="0" smtClean="0">
                <a:solidFill>
                  <a:schemeClr val="bg1"/>
                </a:solidFill>
              </a:rPr>
              <a:t>{bullets}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224" name="Google Shape;224;p12"/>
          <p:cNvGrpSpPr/>
          <p:nvPr/>
        </p:nvGrpSpPr>
        <p:grpSpPr>
          <a:xfrm>
            <a:off x="1332837" y="2955614"/>
            <a:ext cx="1762592" cy="1865869"/>
            <a:chOff x="0" y="-137703"/>
            <a:chExt cx="2350123" cy="2487826"/>
          </a:xfrm>
        </p:grpSpPr>
        <p:sp>
          <p:nvSpPr>
            <p:cNvPr id="227" name="Google Shape;227;p12"/>
            <p:cNvSpPr txBox="1"/>
            <p:nvPr/>
          </p:nvSpPr>
          <p:spPr>
            <a:xfrm>
              <a:off x="0" y="-137703"/>
              <a:ext cx="2350123" cy="24878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966896" y="105766"/>
              <a:ext cx="416329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9" name="Google Shape;229;p12"/>
          <p:cNvCxnSpPr/>
          <p:nvPr/>
        </p:nvCxnSpPr>
        <p:spPr>
          <a:xfrm rot="10800000">
            <a:off x="570366" y="9301162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5271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0" name="Google Shape;230;p12"/>
          <p:cNvGrpSpPr/>
          <p:nvPr/>
        </p:nvGrpSpPr>
        <p:grpSpPr>
          <a:xfrm>
            <a:off x="3237452" y="9132236"/>
            <a:ext cx="337852" cy="337852"/>
            <a:chOff x="0" y="0"/>
            <a:chExt cx="812800" cy="812800"/>
          </a:xfrm>
        </p:grpSpPr>
        <p:sp>
          <p:nvSpPr>
            <p:cNvPr id="231" name="Google Shape;231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2"/>
          <p:cNvGrpSpPr/>
          <p:nvPr/>
        </p:nvGrpSpPr>
        <p:grpSpPr>
          <a:xfrm>
            <a:off x="6876387" y="9132236"/>
            <a:ext cx="337852" cy="337852"/>
            <a:chOff x="0" y="0"/>
            <a:chExt cx="812800" cy="812800"/>
          </a:xfrm>
        </p:grpSpPr>
        <p:sp>
          <p:nvSpPr>
            <p:cNvPr id="234" name="Google Shape;234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2"/>
          <p:cNvGrpSpPr/>
          <p:nvPr/>
        </p:nvGrpSpPr>
        <p:grpSpPr>
          <a:xfrm>
            <a:off x="1613299" y="403189"/>
            <a:ext cx="5247198" cy="359853"/>
            <a:chOff x="0" y="0"/>
            <a:chExt cx="6996264" cy="479804"/>
          </a:xfrm>
        </p:grpSpPr>
        <p:cxnSp>
          <p:nvCxnSpPr>
            <p:cNvPr id="237" name="Google Shape;237;p12"/>
            <p:cNvCxnSpPr/>
            <p:nvPr/>
          </p:nvCxnSpPr>
          <p:spPr>
            <a:xfrm rot="10800000">
              <a:off x="210609" y="214514"/>
              <a:ext cx="6655451" cy="0"/>
            </a:xfrm>
            <a:prstGeom prst="straightConnector1">
              <a:avLst/>
            </a:prstGeom>
            <a:noFill/>
            <a:ln w="50800" cap="flat" cmpd="sng">
              <a:solidFill>
                <a:srgbClr val="5271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2"/>
            <p:cNvGrpSpPr/>
            <p:nvPr/>
          </p:nvGrpSpPr>
          <p:grpSpPr>
            <a:xfrm rot="5400000">
              <a:off x="6528177" y="11717"/>
              <a:ext cx="468087" cy="468087"/>
              <a:chOff x="0" y="0"/>
              <a:chExt cx="812800" cy="812800"/>
            </a:xfrm>
          </p:grpSpPr>
          <p:sp>
            <p:nvSpPr>
              <p:cNvPr id="239" name="Google Shape;239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 rot="5400000">
              <a:off x="0" y="0"/>
              <a:ext cx="444652" cy="444652"/>
              <a:chOff x="0" y="0"/>
              <a:chExt cx="812800" cy="812800"/>
            </a:xfrm>
          </p:grpSpPr>
          <p:sp>
            <p:nvSpPr>
              <p:cNvPr id="242" name="Google Shape;242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12"/>
            <p:cNvGrpSpPr/>
            <p:nvPr/>
          </p:nvGrpSpPr>
          <p:grpSpPr>
            <a:xfrm rot="10800000">
              <a:off x="6528177" y="11717"/>
              <a:ext cx="444652" cy="444652"/>
              <a:chOff x="0" y="0"/>
              <a:chExt cx="812800" cy="812800"/>
            </a:xfrm>
          </p:grpSpPr>
          <p:sp>
            <p:nvSpPr>
              <p:cNvPr id="245" name="Google Shape;245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" name="Google Shape;247;p12"/>
          <p:cNvGrpSpPr/>
          <p:nvPr/>
        </p:nvGrpSpPr>
        <p:grpSpPr>
          <a:xfrm>
            <a:off x="11394299" y="403189"/>
            <a:ext cx="5247197" cy="359853"/>
            <a:chOff x="0" y="0"/>
            <a:chExt cx="6996263" cy="479804"/>
          </a:xfrm>
        </p:grpSpPr>
        <p:cxnSp>
          <p:nvCxnSpPr>
            <p:cNvPr id="248" name="Google Shape;248;p12"/>
            <p:cNvCxnSpPr/>
            <p:nvPr/>
          </p:nvCxnSpPr>
          <p:spPr>
            <a:xfrm>
              <a:off x="130204" y="265290"/>
              <a:ext cx="6655451" cy="0"/>
            </a:xfrm>
            <a:prstGeom prst="straightConnector1">
              <a:avLst/>
            </a:prstGeom>
            <a:noFill/>
            <a:ln w="50800" cap="flat" cmpd="sng">
              <a:solidFill>
                <a:srgbClr val="5271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9" name="Google Shape;249;p12"/>
            <p:cNvGrpSpPr/>
            <p:nvPr/>
          </p:nvGrpSpPr>
          <p:grpSpPr>
            <a:xfrm rot="-5400000">
              <a:off x="0" y="0"/>
              <a:ext cx="468087" cy="468087"/>
              <a:chOff x="0" y="0"/>
              <a:chExt cx="812800" cy="812800"/>
            </a:xfrm>
          </p:grpSpPr>
          <p:sp>
            <p:nvSpPr>
              <p:cNvPr id="250" name="Google Shape;250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12"/>
            <p:cNvGrpSpPr/>
            <p:nvPr/>
          </p:nvGrpSpPr>
          <p:grpSpPr>
            <a:xfrm rot="-5400000">
              <a:off x="6551611" y="35152"/>
              <a:ext cx="444652" cy="444652"/>
              <a:chOff x="0" y="0"/>
              <a:chExt cx="812800" cy="812800"/>
            </a:xfrm>
          </p:grpSpPr>
          <p:sp>
            <p:nvSpPr>
              <p:cNvPr id="253" name="Google Shape;253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2"/>
            <p:cNvGrpSpPr/>
            <p:nvPr/>
          </p:nvGrpSpPr>
          <p:grpSpPr>
            <a:xfrm>
              <a:off x="23435" y="23435"/>
              <a:ext cx="444652" cy="444652"/>
              <a:chOff x="0" y="0"/>
              <a:chExt cx="812800" cy="812800"/>
            </a:xfrm>
          </p:grpSpPr>
          <p:sp>
            <p:nvSpPr>
              <p:cNvPr id="256" name="Google Shape;256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050" tIns="39050" rIns="39050" bIns="390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58" name="Google Shape;258;p12"/>
          <p:cNvPicPr preferRelativeResize="0"/>
          <p:nvPr/>
        </p:nvPicPr>
        <p:blipFill rotWithShape="1">
          <a:blip r:embed="rId4">
            <a:alphaModFix/>
          </a:blip>
          <a:srcRect l="2132" t="2132" r="3519" b="3519"/>
          <a:stretch/>
        </p:blipFill>
        <p:spPr>
          <a:xfrm>
            <a:off x="11716034" y="1981653"/>
            <a:ext cx="6179100" cy="6389700"/>
          </a:xfrm>
          <a:prstGeom prst="roundRect">
            <a:avLst>
              <a:gd name="adj" fmla="val 17783"/>
            </a:avLst>
          </a:prstGeom>
          <a:noFill/>
          <a:ln w="152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 IT Software Pitch Deck">
  <a:themeElements>
    <a:clrScheme name="Office">
      <a:dk1>
        <a:srgbClr val="083572"/>
      </a:dk1>
      <a:lt1>
        <a:srgbClr val="FFFFFF"/>
      </a:lt1>
      <a:dk2>
        <a:srgbClr val="004AAD"/>
      </a:dk2>
      <a:lt2>
        <a:srgbClr val="5271FF"/>
      </a:lt2>
      <a:accent1>
        <a:srgbClr val="083572"/>
      </a:accent1>
      <a:accent2>
        <a:srgbClr val="888888"/>
      </a:accent2>
      <a:accent3>
        <a:srgbClr val="083572"/>
      </a:accent3>
      <a:accent4>
        <a:srgbClr val="5271FF"/>
      </a:accent4>
      <a:accent5>
        <a:srgbClr val="FFFFFF"/>
      </a:accent5>
      <a:accent6>
        <a:srgbClr val="083572"/>
      </a:accent6>
      <a:hlink>
        <a:srgbClr val="004AA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Cuprum</vt:lpstr>
      <vt:lpstr> IT Software Pitch Deck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17</cp:revision>
  <dcterms:modified xsi:type="dcterms:W3CDTF">2026-09-08T17:13:29Z</dcterms:modified>
</cp:coreProperties>
</file>