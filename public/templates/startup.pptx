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2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lata" charset="0"/>
      <p:regular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E94E923-25DA-48A8-A82A-F38081873ED5}">
  <a:tblStyle styleId="{2E94E923-25DA-48A8-A82A-F38081873ED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 varScale="1">
        <p:scale>
          <a:sx n="43" d="100"/>
          <a:sy n="43" d="100"/>
        </p:scale>
        <p:origin x="-696" y="-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9"/>
          <p:cNvSpPr txBox="1"/>
          <p:nvPr/>
        </p:nvSpPr>
        <p:spPr>
          <a:xfrm>
            <a:off x="0" y="1877139"/>
            <a:ext cx="118491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9600" dirty="0" smtClean="0">
                <a:solidFill>
                  <a:schemeClr val="tx1"/>
                </a:solidFill>
              </a:rPr>
              <a:t>{title}</a:t>
            </a:r>
            <a:endParaRPr>
              <a:solidFill>
                <a:schemeClr val="tx1"/>
              </a:solidFill>
            </a:endParaRPr>
          </a:p>
        </p:txBody>
      </p:sp>
      <p:grpSp>
        <p:nvGrpSpPr>
          <p:cNvPr id="438" name="Google Shape;438;p29"/>
          <p:cNvGrpSpPr/>
          <p:nvPr/>
        </p:nvGrpSpPr>
        <p:grpSpPr>
          <a:xfrm>
            <a:off x="14481252" y="-180826"/>
            <a:ext cx="3806748" cy="10467826"/>
            <a:chOff x="0" y="-47625"/>
            <a:chExt cx="1002600" cy="2756958"/>
          </a:xfrm>
        </p:grpSpPr>
        <p:sp>
          <p:nvSpPr>
            <p:cNvPr id="439" name="Google Shape;439;p29"/>
            <p:cNvSpPr/>
            <p:nvPr/>
          </p:nvSpPr>
          <p:spPr>
            <a:xfrm>
              <a:off x="0" y="0"/>
              <a:ext cx="1002600" cy="2709333"/>
            </a:xfrm>
            <a:custGeom>
              <a:avLst/>
              <a:gdLst/>
              <a:ahLst/>
              <a:cxnLst/>
              <a:rect l="l" t="t" r="r" b="b"/>
              <a:pathLst>
                <a:path w="1002600" h="2709333" extrusionOk="0">
                  <a:moveTo>
                    <a:pt x="0" y="0"/>
                  </a:moveTo>
                  <a:lnTo>
                    <a:pt x="1002600" y="0"/>
                  </a:lnTo>
                  <a:lnTo>
                    <a:pt x="10026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C723E"/>
            </a:solidFill>
            <a:ln>
              <a:noFill/>
            </a:ln>
          </p:spPr>
        </p:sp>
        <p:sp>
          <p:nvSpPr>
            <p:cNvPr id="440" name="Google Shape;440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29"/>
          <p:cNvSpPr/>
          <p:nvPr/>
        </p:nvSpPr>
        <p:spPr>
          <a:xfrm>
            <a:off x="13572610" y="5571610"/>
            <a:ext cx="4715390" cy="4715390"/>
          </a:xfrm>
          <a:custGeom>
            <a:avLst/>
            <a:gdLst/>
            <a:ahLst/>
            <a:cxnLst/>
            <a:rect l="l" t="t" r="r" b="b"/>
            <a:pathLst>
              <a:path w="4715390" h="4715390" extrusionOk="0">
                <a:moveTo>
                  <a:pt x="0" y="0"/>
                </a:moveTo>
                <a:lnTo>
                  <a:pt x="4715390" y="0"/>
                </a:lnTo>
                <a:lnTo>
                  <a:pt x="4715390" y="4715390"/>
                </a:lnTo>
                <a:lnTo>
                  <a:pt x="0" y="4715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2" name="Google Shape;442;p29"/>
          <p:cNvSpPr/>
          <p:nvPr/>
        </p:nvSpPr>
        <p:spPr>
          <a:xfrm rot="-5400000">
            <a:off x="13352950" y="1969008"/>
            <a:ext cx="4531558" cy="2274952"/>
          </a:xfrm>
          <a:custGeom>
            <a:avLst/>
            <a:gdLst/>
            <a:ahLst/>
            <a:cxnLst/>
            <a:rect l="l" t="t" r="r" b="b"/>
            <a:pathLst>
              <a:path w="4531558" h="2274952" extrusionOk="0">
                <a:moveTo>
                  <a:pt x="0" y="0"/>
                </a:moveTo>
                <a:lnTo>
                  <a:pt x="4531557" y="0"/>
                </a:lnTo>
                <a:lnTo>
                  <a:pt x="4531557" y="2274952"/>
                </a:lnTo>
                <a:lnTo>
                  <a:pt x="0" y="2274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443" name="Google Shape;443;p29"/>
          <p:cNvGrpSpPr/>
          <p:nvPr/>
        </p:nvGrpSpPr>
        <p:grpSpPr>
          <a:xfrm>
            <a:off x="0" y="-107861"/>
            <a:ext cx="1840827" cy="1948688"/>
            <a:chOff x="0" y="-47625"/>
            <a:chExt cx="812800" cy="860425"/>
          </a:xfrm>
        </p:grpSpPr>
        <p:sp>
          <p:nvSpPr>
            <p:cNvPr id="444" name="Google Shape;444;p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C723E"/>
            </a:solidFill>
            <a:ln>
              <a:noFill/>
            </a:ln>
          </p:spPr>
        </p:sp>
        <p:sp>
          <p:nvSpPr>
            <p:cNvPr id="445" name="Google Shape;445;p2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9"/>
          <p:cNvSpPr/>
          <p:nvPr/>
        </p:nvSpPr>
        <p:spPr>
          <a:xfrm rot="5400000">
            <a:off x="11077998" y="1969008"/>
            <a:ext cx="4531558" cy="2274952"/>
          </a:xfrm>
          <a:custGeom>
            <a:avLst/>
            <a:gdLst/>
            <a:ahLst/>
            <a:cxnLst/>
            <a:rect l="l" t="t" r="r" b="b"/>
            <a:pathLst>
              <a:path w="4531558" h="2274952" extrusionOk="0">
                <a:moveTo>
                  <a:pt x="0" y="0"/>
                </a:moveTo>
                <a:lnTo>
                  <a:pt x="4531557" y="0"/>
                </a:lnTo>
                <a:lnTo>
                  <a:pt x="4531557" y="2274952"/>
                </a:lnTo>
                <a:lnTo>
                  <a:pt x="0" y="2274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7" name="Google Shape;447;p29"/>
          <p:cNvSpPr/>
          <p:nvPr/>
        </p:nvSpPr>
        <p:spPr>
          <a:xfrm>
            <a:off x="1840827" y="0"/>
            <a:ext cx="1877516" cy="1877516"/>
          </a:xfrm>
          <a:custGeom>
            <a:avLst/>
            <a:gdLst/>
            <a:ahLst/>
            <a:cxnLst/>
            <a:rect l="l" t="t" r="r" b="b"/>
            <a:pathLst>
              <a:path w="1877516" h="1877516" extrusionOk="0">
                <a:moveTo>
                  <a:pt x="0" y="0"/>
                </a:moveTo>
                <a:lnTo>
                  <a:pt x="1877516" y="0"/>
                </a:lnTo>
                <a:lnTo>
                  <a:pt x="1877516" y="1877516"/>
                </a:lnTo>
                <a:lnTo>
                  <a:pt x="0" y="18775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48" name="Google Shape;448;p29"/>
          <p:cNvSpPr txBox="1"/>
          <p:nvPr/>
        </p:nvSpPr>
        <p:spPr>
          <a:xfrm>
            <a:off x="512506" y="3575766"/>
            <a:ext cx="11461925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3500" b="0" i="0" u="none" strike="noStrike" cap="none" dirty="0" smtClean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-US" sz="3600" dirty="0" smtClean="0"/>
              <a:t>{bullets}</a:t>
            </a:r>
            <a:endParaRPr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Alata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2026-09-09T04:47:54Z</dcterms:modified>
</cp:coreProperties>
</file>