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3"/>
  </p:notesMasterIdLst>
  <p:sldIdLst>
    <p:sldId id="273" r:id="rId2"/>
  </p:sldIdLst>
  <p:sldSz cx="9144000" cy="5143500" type="screen16x9"/>
  <p:notesSz cx="6858000" cy="9144000"/>
  <p:embeddedFontLst>
    <p:embeddedFont>
      <p:font typeface="Lato Black" charset="0"/>
      <p:bold r:id="rId4"/>
      <p:boldItalic r:id="rId5"/>
    </p:embeddedFont>
    <p:embeddedFont>
      <p:font typeface="Radley" charset="0"/>
      <p:regular r:id="rId6"/>
      <p:italic r:id="rId7"/>
    </p:embeddedFont>
    <p:embeddedFont>
      <p:font typeface="Calibri" pitchFamily="34" charset="0"/>
      <p:regular r:id="rId8"/>
      <p:bold r:id="rId9"/>
      <p:italic r:id="rId10"/>
      <p:boldItalic r:id="rId11"/>
    </p:embeddedFont>
    <p:embeddedFont>
      <p:font typeface="Lato" charset="0"/>
      <p:bold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-676" y="-6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rgbClr val="E34635"/>
            </a:gs>
            <a:gs pos="100000">
              <a:srgbClr val="EDA242"/>
            </a:gs>
          </a:gsLst>
          <a:lin ang="5400012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55179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551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 flipH="1">
            <a:off x="5262467" y="-753309"/>
            <a:ext cx="3881533" cy="6237761"/>
          </a:xfrm>
          <a:custGeom>
            <a:avLst/>
            <a:gdLst/>
            <a:ahLst/>
            <a:cxnLst/>
            <a:rect l="l" t="t" r="r" b="b"/>
            <a:pathLst>
              <a:path w="7763066" h="12475521" extrusionOk="0">
                <a:moveTo>
                  <a:pt x="7763066" y="0"/>
                </a:moveTo>
                <a:lnTo>
                  <a:pt x="0" y="0"/>
                </a:lnTo>
                <a:lnTo>
                  <a:pt x="0" y="12475521"/>
                </a:lnTo>
                <a:lnTo>
                  <a:pt x="7763066" y="12475521"/>
                </a:lnTo>
                <a:lnTo>
                  <a:pt x="7763066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r="-141196"/>
            </a:stretch>
          </a:blipFill>
          <a:ln>
            <a:noFill/>
          </a:ln>
        </p:spPr>
      </p:sp>
      <p:sp>
        <p:nvSpPr>
          <p:cNvPr id="14" name="Google Shape;14;p2"/>
          <p:cNvSpPr/>
          <p:nvPr/>
        </p:nvSpPr>
        <p:spPr>
          <a:xfrm>
            <a:off x="5485943" y="1474972"/>
            <a:ext cx="603193" cy="694166"/>
          </a:xfrm>
          <a:custGeom>
            <a:avLst/>
            <a:gdLst/>
            <a:ahLst/>
            <a:cxnLst/>
            <a:rect l="l" t="t" r="r" b="b"/>
            <a:pathLst>
              <a:path w="1206386" h="1388333" extrusionOk="0">
                <a:moveTo>
                  <a:pt x="0" y="0"/>
                </a:moveTo>
                <a:lnTo>
                  <a:pt x="1206387" y="0"/>
                </a:lnTo>
                <a:lnTo>
                  <a:pt x="1206387" y="1388333"/>
                </a:lnTo>
                <a:lnTo>
                  <a:pt x="0" y="1388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 l="7381"/>
          <a:stretch/>
        </p:blipFill>
        <p:spPr>
          <a:xfrm>
            <a:off x="176" y="0"/>
            <a:ext cx="914382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 rotWithShape="1">
          <a:blip r:embed="rId3">
            <a:alphaModFix/>
          </a:blip>
          <a:srcRect t="43750"/>
          <a:stretch/>
        </p:blipFill>
        <p:spPr>
          <a:xfrm>
            <a:off x="175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/>
          <p:cNvPicPr preferRelativeResize="0"/>
          <p:nvPr/>
        </p:nvPicPr>
        <p:blipFill rotWithShape="1">
          <a:blip r:embed="rId3">
            <a:alphaModFix/>
          </a:blip>
          <a:srcRect t="43750"/>
          <a:stretch/>
        </p:blipFill>
        <p:spPr>
          <a:xfrm>
            <a:off x="175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3702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grpSp>
        <p:nvGrpSpPr>
          <p:cNvPr id="21" name="Google Shape;21;p3"/>
          <p:cNvGrpSpPr/>
          <p:nvPr/>
        </p:nvGrpSpPr>
        <p:grpSpPr>
          <a:xfrm>
            <a:off x="0" y="4831454"/>
            <a:ext cx="9143818" cy="312097"/>
            <a:chOff x="0" y="-38100"/>
            <a:chExt cx="4816592" cy="164400"/>
          </a:xfrm>
        </p:grpSpPr>
        <p:sp>
          <p:nvSpPr>
            <p:cNvPr id="22" name="Google Shape;22;p3"/>
            <p:cNvSpPr/>
            <p:nvPr/>
          </p:nvSpPr>
          <p:spPr>
            <a:xfrm>
              <a:off x="0" y="0"/>
              <a:ext cx="4816592" cy="126271"/>
            </a:xfrm>
            <a:custGeom>
              <a:avLst/>
              <a:gdLst/>
              <a:ahLst/>
              <a:cxnLst/>
              <a:rect l="l" t="t" r="r" b="b"/>
              <a:pathLst>
                <a:path w="4816592" h="12627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26271"/>
                  </a:lnTo>
                  <a:lnTo>
                    <a:pt x="0" y="126271"/>
                  </a:lnTo>
                  <a:close/>
                </a:path>
              </a:pathLst>
            </a:custGeom>
            <a:solidFill>
              <a:srgbClr val="DB3825"/>
            </a:solidFill>
            <a:ln>
              <a:noFill/>
            </a:ln>
          </p:spPr>
        </p:sp>
        <p:sp>
          <p:nvSpPr>
            <p:cNvPr id="23" name="Google Shape;23;p3"/>
            <p:cNvSpPr txBox="1"/>
            <p:nvPr/>
          </p:nvSpPr>
          <p:spPr>
            <a:xfrm>
              <a:off x="0" y="-38100"/>
              <a:ext cx="4816500" cy="16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" name="Google Shape;24;p3"/>
          <p:cNvGrpSpPr/>
          <p:nvPr/>
        </p:nvGrpSpPr>
        <p:grpSpPr>
          <a:xfrm>
            <a:off x="364662" y="767494"/>
            <a:ext cx="1213337" cy="455124"/>
            <a:chOff x="0" y="-192881"/>
            <a:chExt cx="3235565" cy="1213664"/>
          </a:xfrm>
        </p:grpSpPr>
        <p:grpSp>
          <p:nvGrpSpPr>
            <p:cNvPr id="25" name="Google Shape;25;p3"/>
            <p:cNvGrpSpPr/>
            <p:nvPr/>
          </p:nvGrpSpPr>
          <p:grpSpPr>
            <a:xfrm>
              <a:off x="0" y="-192881"/>
              <a:ext cx="3235565" cy="1213664"/>
              <a:chOff x="0" y="-38100"/>
              <a:chExt cx="639124" cy="239736"/>
            </a:xfrm>
          </p:grpSpPr>
          <p:sp>
            <p:nvSpPr>
              <p:cNvPr id="26" name="Google Shape;26;p3"/>
              <p:cNvSpPr/>
              <p:nvPr/>
            </p:nvSpPr>
            <p:spPr>
              <a:xfrm>
                <a:off x="0" y="0"/>
                <a:ext cx="639124" cy="201636"/>
              </a:xfrm>
              <a:custGeom>
                <a:avLst/>
                <a:gdLst/>
                <a:ahLst/>
                <a:cxnLst/>
                <a:rect l="l" t="t" r="r" b="b"/>
                <a:pathLst>
                  <a:path w="639124" h="201636" extrusionOk="0">
                    <a:moveTo>
                      <a:pt x="100818" y="0"/>
                    </a:moveTo>
                    <a:lnTo>
                      <a:pt x="538306" y="0"/>
                    </a:lnTo>
                    <a:cubicBezTo>
                      <a:pt x="565044" y="0"/>
                      <a:pt x="590688" y="10622"/>
                      <a:pt x="609595" y="29529"/>
                    </a:cubicBezTo>
                    <a:cubicBezTo>
                      <a:pt x="628502" y="48436"/>
                      <a:pt x="639124" y="74079"/>
                      <a:pt x="639124" y="100818"/>
                    </a:cubicBezTo>
                    <a:lnTo>
                      <a:pt x="639124" y="100818"/>
                    </a:lnTo>
                    <a:cubicBezTo>
                      <a:pt x="639124" y="127557"/>
                      <a:pt x="628502" y="153200"/>
                      <a:pt x="609595" y="172107"/>
                    </a:cubicBezTo>
                    <a:cubicBezTo>
                      <a:pt x="590688" y="191014"/>
                      <a:pt x="565044" y="201636"/>
                      <a:pt x="538306" y="201636"/>
                    </a:cubicBezTo>
                    <a:lnTo>
                      <a:pt x="100818" y="201636"/>
                    </a:lnTo>
                    <a:cubicBezTo>
                      <a:pt x="74079" y="201636"/>
                      <a:pt x="48436" y="191014"/>
                      <a:pt x="29529" y="172107"/>
                    </a:cubicBezTo>
                    <a:cubicBezTo>
                      <a:pt x="10622" y="153200"/>
                      <a:pt x="0" y="127557"/>
                      <a:pt x="0" y="100818"/>
                    </a:cubicBezTo>
                    <a:lnTo>
                      <a:pt x="0" y="100818"/>
                    </a:lnTo>
                    <a:cubicBezTo>
                      <a:pt x="0" y="74079"/>
                      <a:pt x="10622" y="48436"/>
                      <a:pt x="29529" y="29529"/>
                    </a:cubicBezTo>
                    <a:cubicBezTo>
                      <a:pt x="48436" y="10622"/>
                      <a:pt x="74079" y="0"/>
                      <a:pt x="100818" y="0"/>
                    </a:cubicBezTo>
                    <a:close/>
                  </a:path>
                </a:pathLst>
              </a:custGeom>
              <a:solidFill>
                <a:srgbClr val="DB3825"/>
              </a:solidFill>
              <a:ln>
                <a:noFill/>
              </a:ln>
            </p:spPr>
            <p:txBody>
              <a:bodyPr spcFirstLastPara="1" wrap="square" lIns="45725" tIns="45725" rIns="45725" bIns="45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3"/>
              <p:cNvSpPr txBox="1"/>
              <p:nvPr/>
            </p:nvSpPr>
            <p:spPr>
              <a:xfrm>
                <a:off x="0" y="-38100"/>
                <a:ext cx="639000" cy="23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" name="Google Shape;28;p3"/>
            <p:cNvSpPr/>
            <p:nvPr/>
          </p:nvSpPr>
          <p:spPr>
            <a:xfrm>
              <a:off x="429845" y="121540"/>
              <a:ext cx="675782" cy="777703"/>
            </a:xfrm>
            <a:custGeom>
              <a:avLst/>
              <a:gdLst/>
              <a:ahLst/>
              <a:cxnLst/>
              <a:rect l="l" t="t" r="r" b="b"/>
              <a:pathLst>
                <a:path w="675782" h="777703" extrusionOk="0">
                  <a:moveTo>
                    <a:pt x="0" y="0"/>
                  </a:moveTo>
                  <a:lnTo>
                    <a:pt x="675782" y="0"/>
                  </a:lnTo>
                  <a:lnTo>
                    <a:pt x="675782" y="777702"/>
                  </a:lnTo>
                  <a:lnTo>
                    <a:pt x="0" y="7777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9" name="Google Shape;29;p3"/>
            <p:cNvSpPr txBox="1"/>
            <p:nvPr/>
          </p:nvSpPr>
          <p:spPr>
            <a:xfrm>
              <a:off x="1353695" y="210687"/>
              <a:ext cx="1530600" cy="6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University </a:t>
              </a:r>
              <a:endParaRPr sz="700"/>
            </a:p>
            <a:p>
              <a:pPr marL="0" marR="0" lvl="0" indent="0" algn="l" rtl="0">
                <a:lnSpc>
                  <a:spcPct val="11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of Phoenix</a:t>
              </a:r>
              <a:endParaRPr sz="700"/>
            </a:p>
          </p:txBody>
        </p:sp>
      </p:grpSp>
      <p:sp>
        <p:nvSpPr>
          <p:cNvPr id="30" name="Google Shape;30;p3"/>
          <p:cNvSpPr/>
          <p:nvPr/>
        </p:nvSpPr>
        <p:spPr>
          <a:xfrm flipH="1">
            <a:off x="4315643" y="163035"/>
            <a:ext cx="5656499" cy="4856860"/>
          </a:xfrm>
          <a:custGeom>
            <a:avLst/>
            <a:gdLst/>
            <a:ahLst/>
            <a:cxnLst/>
            <a:rect l="l" t="t" r="r" b="b"/>
            <a:pathLst>
              <a:path w="11312998" h="9713720" extrusionOk="0">
                <a:moveTo>
                  <a:pt x="11312998" y="0"/>
                </a:moveTo>
                <a:lnTo>
                  <a:pt x="0" y="0"/>
                </a:lnTo>
                <a:lnTo>
                  <a:pt x="0" y="9713720"/>
                </a:lnTo>
                <a:lnTo>
                  <a:pt x="11312998" y="9713720"/>
                </a:lnTo>
                <a:lnTo>
                  <a:pt x="11312998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42999" r="-21409" b="-27568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 l="7381"/>
          <a:stretch/>
        </p:blipFill>
        <p:spPr>
          <a:xfrm>
            <a:off x="176" y="0"/>
            <a:ext cx="914382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3">
            <a:alphaModFix/>
          </a:blip>
          <a:srcRect t="43750"/>
          <a:stretch/>
        </p:blipFill>
        <p:spPr>
          <a:xfrm>
            <a:off x="175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4"/>
          <p:cNvPicPr preferRelativeResize="0"/>
          <p:nvPr/>
        </p:nvPicPr>
        <p:blipFill rotWithShape="1">
          <a:blip r:embed="rId3">
            <a:alphaModFix/>
          </a:blip>
          <a:srcRect t="43750"/>
          <a:stretch/>
        </p:blipFill>
        <p:spPr>
          <a:xfrm>
            <a:off x="175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749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457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grpSp>
        <p:nvGrpSpPr>
          <p:cNvPr id="38" name="Google Shape;38;p4"/>
          <p:cNvGrpSpPr/>
          <p:nvPr/>
        </p:nvGrpSpPr>
        <p:grpSpPr>
          <a:xfrm>
            <a:off x="0" y="4831454"/>
            <a:ext cx="9143818" cy="312097"/>
            <a:chOff x="0" y="-38100"/>
            <a:chExt cx="4816592" cy="164400"/>
          </a:xfrm>
        </p:grpSpPr>
        <p:sp>
          <p:nvSpPr>
            <p:cNvPr id="39" name="Google Shape;39;p4"/>
            <p:cNvSpPr/>
            <p:nvPr/>
          </p:nvSpPr>
          <p:spPr>
            <a:xfrm>
              <a:off x="0" y="0"/>
              <a:ext cx="4816592" cy="126271"/>
            </a:xfrm>
            <a:custGeom>
              <a:avLst/>
              <a:gdLst/>
              <a:ahLst/>
              <a:cxnLst/>
              <a:rect l="l" t="t" r="r" b="b"/>
              <a:pathLst>
                <a:path w="4816592" h="12627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26271"/>
                  </a:lnTo>
                  <a:lnTo>
                    <a:pt x="0" y="126271"/>
                  </a:lnTo>
                  <a:close/>
                </a:path>
              </a:pathLst>
            </a:custGeom>
            <a:solidFill>
              <a:srgbClr val="DB3825"/>
            </a:solidFill>
            <a:ln>
              <a:noFill/>
            </a:ln>
          </p:spPr>
        </p:sp>
        <p:sp>
          <p:nvSpPr>
            <p:cNvPr id="40" name="Google Shape;40;p4"/>
            <p:cNvSpPr txBox="1"/>
            <p:nvPr/>
          </p:nvSpPr>
          <p:spPr>
            <a:xfrm>
              <a:off x="0" y="-38100"/>
              <a:ext cx="4816500" cy="16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" name="Google Shape;41;p4"/>
          <p:cNvGrpSpPr/>
          <p:nvPr/>
        </p:nvGrpSpPr>
        <p:grpSpPr>
          <a:xfrm>
            <a:off x="364662" y="250623"/>
            <a:ext cx="1213337" cy="455124"/>
            <a:chOff x="0" y="-192881"/>
            <a:chExt cx="3235565" cy="1213664"/>
          </a:xfrm>
        </p:grpSpPr>
        <p:grpSp>
          <p:nvGrpSpPr>
            <p:cNvPr id="42" name="Google Shape;42;p4"/>
            <p:cNvGrpSpPr/>
            <p:nvPr/>
          </p:nvGrpSpPr>
          <p:grpSpPr>
            <a:xfrm>
              <a:off x="0" y="-192881"/>
              <a:ext cx="3235565" cy="1213664"/>
              <a:chOff x="0" y="-38100"/>
              <a:chExt cx="639124" cy="239736"/>
            </a:xfrm>
          </p:grpSpPr>
          <p:sp>
            <p:nvSpPr>
              <p:cNvPr id="43" name="Google Shape;43;p4"/>
              <p:cNvSpPr/>
              <p:nvPr/>
            </p:nvSpPr>
            <p:spPr>
              <a:xfrm>
                <a:off x="0" y="0"/>
                <a:ext cx="639124" cy="201636"/>
              </a:xfrm>
              <a:custGeom>
                <a:avLst/>
                <a:gdLst/>
                <a:ahLst/>
                <a:cxnLst/>
                <a:rect l="l" t="t" r="r" b="b"/>
                <a:pathLst>
                  <a:path w="639124" h="201636" extrusionOk="0">
                    <a:moveTo>
                      <a:pt x="100818" y="0"/>
                    </a:moveTo>
                    <a:lnTo>
                      <a:pt x="538306" y="0"/>
                    </a:lnTo>
                    <a:cubicBezTo>
                      <a:pt x="565044" y="0"/>
                      <a:pt x="590688" y="10622"/>
                      <a:pt x="609595" y="29529"/>
                    </a:cubicBezTo>
                    <a:cubicBezTo>
                      <a:pt x="628502" y="48436"/>
                      <a:pt x="639124" y="74079"/>
                      <a:pt x="639124" y="100818"/>
                    </a:cubicBezTo>
                    <a:lnTo>
                      <a:pt x="639124" y="100818"/>
                    </a:lnTo>
                    <a:cubicBezTo>
                      <a:pt x="639124" y="127557"/>
                      <a:pt x="628502" y="153200"/>
                      <a:pt x="609595" y="172107"/>
                    </a:cubicBezTo>
                    <a:cubicBezTo>
                      <a:pt x="590688" y="191014"/>
                      <a:pt x="565044" y="201636"/>
                      <a:pt x="538306" y="201636"/>
                    </a:cubicBezTo>
                    <a:lnTo>
                      <a:pt x="100818" y="201636"/>
                    </a:lnTo>
                    <a:cubicBezTo>
                      <a:pt x="74079" y="201636"/>
                      <a:pt x="48436" y="191014"/>
                      <a:pt x="29529" y="172107"/>
                    </a:cubicBezTo>
                    <a:cubicBezTo>
                      <a:pt x="10622" y="153200"/>
                      <a:pt x="0" y="127557"/>
                      <a:pt x="0" y="100818"/>
                    </a:cubicBezTo>
                    <a:lnTo>
                      <a:pt x="0" y="100818"/>
                    </a:lnTo>
                    <a:cubicBezTo>
                      <a:pt x="0" y="74079"/>
                      <a:pt x="10622" y="48436"/>
                      <a:pt x="29529" y="29529"/>
                    </a:cubicBezTo>
                    <a:cubicBezTo>
                      <a:pt x="48436" y="10622"/>
                      <a:pt x="74079" y="0"/>
                      <a:pt x="100818" y="0"/>
                    </a:cubicBezTo>
                    <a:close/>
                  </a:path>
                </a:pathLst>
              </a:custGeom>
              <a:solidFill>
                <a:srgbClr val="DB3825"/>
              </a:solidFill>
              <a:ln>
                <a:noFill/>
              </a:ln>
            </p:spPr>
            <p:txBody>
              <a:bodyPr spcFirstLastPara="1" wrap="square" lIns="45725" tIns="45725" rIns="45725" bIns="45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4"/>
              <p:cNvSpPr txBox="1"/>
              <p:nvPr/>
            </p:nvSpPr>
            <p:spPr>
              <a:xfrm>
                <a:off x="0" y="-38100"/>
                <a:ext cx="639000" cy="23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" name="Google Shape;45;p4"/>
            <p:cNvSpPr/>
            <p:nvPr/>
          </p:nvSpPr>
          <p:spPr>
            <a:xfrm>
              <a:off x="429845" y="121540"/>
              <a:ext cx="675782" cy="777703"/>
            </a:xfrm>
            <a:custGeom>
              <a:avLst/>
              <a:gdLst/>
              <a:ahLst/>
              <a:cxnLst/>
              <a:rect l="l" t="t" r="r" b="b"/>
              <a:pathLst>
                <a:path w="675782" h="777703" extrusionOk="0">
                  <a:moveTo>
                    <a:pt x="0" y="0"/>
                  </a:moveTo>
                  <a:lnTo>
                    <a:pt x="675782" y="0"/>
                  </a:lnTo>
                  <a:lnTo>
                    <a:pt x="675782" y="777702"/>
                  </a:lnTo>
                  <a:lnTo>
                    <a:pt x="0" y="7777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6" name="Google Shape;46;p4"/>
            <p:cNvSpPr txBox="1"/>
            <p:nvPr/>
          </p:nvSpPr>
          <p:spPr>
            <a:xfrm>
              <a:off x="1353695" y="210687"/>
              <a:ext cx="1530600" cy="6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University </a:t>
              </a:r>
              <a:endParaRPr sz="700"/>
            </a:p>
            <a:p>
              <a:pPr marL="0" marR="0" lvl="0" indent="0" algn="l" rtl="0">
                <a:lnSpc>
                  <a:spcPct val="11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of Phoenix</a:t>
              </a:r>
              <a:endParaRPr sz="700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rgbClr val="E6E6E6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1191823" y="-1190498"/>
            <a:ext cx="5968547" cy="6868721"/>
          </a:xfrm>
          <a:custGeom>
            <a:avLst/>
            <a:gdLst/>
            <a:ahLst/>
            <a:cxnLst/>
            <a:rect l="l" t="t" r="r" b="b"/>
            <a:pathLst>
              <a:path w="11937094" h="13737442" extrusionOk="0">
                <a:moveTo>
                  <a:pt x="0" y="0"/>
                </a:moveTo>
                <a:lnTo>
                  <a:pt x="11937093" y="0"/>
                </a:lnTo>
                <a:lnTo>
                  <a:pt x="11937093" y="13737443"/>
                </a:lnTo>
                <a:lnTo>
                  <a:pt x="0" y="137374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grpSp>
        <p:nvGrpSpPr>
          <p:cNvPr id="53" name="Google Shape;53;p5"/>
          <p:cNvGrpSpPr/>
          <p:nvPr/>
        </p:nvGrpSpPr>
        <p:grpSpPr>
          <a:xfrm>
            <a:off x="0" y="4831454"/>
            <a:ext cx="9143818" cy="312097"/>
            <a:chOff x="0" y="-38100"/>
            <a:chExt cx="4816592" cy="164400"/>
          </a:xfrm>
        </p:grpSpPr>
        <p:sp>
          <p:nvSpPr>
            <p:cNvPr id="54" name="Google Shape;54;p5"/>
            <p:cNvSpPr/>
            <p:nvPr/>
          </p:nvSpPr>
          <p:spPr>
            <a:xfrm>
              <a:off x="0" y="0"/>
              <a:ext cx="4816592" cy="126271"/>
            </a:xfrm>
            <a:custGeom>
              <a:avLst/>
              <a:gdLst/>
              <a:ahLst/>
              <a:cxnLst/>
              <a:rect l="l" t="t" r="r" b="b"/>
              <a:pathLst>
                <a:path w="4816592" h="12627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26271"/>
                  </a:lnTo>
                  <a:lnTo>
                    <a:pt x="0" y="126271"/>
                  </a:lnTo>
                  <a:close/>
                </a:path>
              </a:pathLst>
            </a:custGeom>
            <a:solidFill>
              <a:srgbClr val="DB3825"/>
            </a:solidFill>
            <a:ln>
              <a:noFill/>
            </a:ln>
          </p:spPr>
        </p:sp>
        <p:sp>
          <p:nvSpPr>
            <p:cNvPr id="55" name="Google Shape;55;p5"/>
            <p:cNvSpPr txBox="1"/>
            <p:nvPr/>
          </p:nvSpPr>
          <p:spPr>
            <a:xfrm>
              <a:off x="0" y="-38100"/>
              <a:ext cx="4816500" cy="16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56;p5"/>
          <p:cNvGrpSpPr/>
          <p:nvPr/>
        </p:nvGrpSpPr>
        <p:grpSpPr>
          <a:xfrm>
            <a:off x="3818529" y="4028369"/>
            <a:ext cx="1506935" cy="565253"/>
            <a:chOff x="0" y="-239554"/>
            <a:chExt cx="4018492" cy="1507340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0" y="-239554"/>
              <a:ext cx="4018492" cy="1507340"/>
              <a:chOff x="0" y="-38100"/>
              <a:chExt cx="639124" cy="239736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0" y="0"/>
                <a:ext cx="639124" cy="201636"/>
              </a:xfrm>
              <a:custGeom>
                <a:avLst/>
                <a:gdLst/>
                <a:ahLst/>
                <a:cxnLst/>
                <a:rect l="l" t="t" r="r" b="b"/>
                <a:pathLst>
                  <a:path w="639124" h="201636" extrusionOk="0">
                    <a:moveTo>
                      <a:pt x="100818" y="0"/>
                    </a:moveTo>
                    <a:lnTo>
                      <a:pt x="538306" y="0"/>
                    </a:lnTo>
                    <a:cubicBezTo>
                      <a:pt x="565044" y="0"/>
                      <a:pt x="590688" y="10622"/>
                      <a:pt x="609595" y="29529"/>
                    </a:cubicBezTo>
                    <a:cubicBezTo>
                      <a:pt x="628502" y="48436"/>
                      <a:pt x="639124" y="74079"/>
                      <a:pt x="639124" y="100818"/>
                    </a:cubicBezTo>
                    <a:lnTo>
                      <a:pt x="639124" y="100818"/>
                    </a:lnTo>
                    <a:cubicBezTo>
                      <a:pt x="639124" y="127557"/>
                      <a:pt x="628502" y="153200"/>
                      <a:pt x="609595" y="172107"/>
                    </a:cubicBezTo>
                    <a:cubicBezTo>
                      <a:pt x="590688" y="191014"/>
                      <a:pt x="565044" y="201636"/>
                      <a:pt x="538306" y="201636"/>
                    </a:cubicBezTo>
                    <a:lnTo>
                      <a:pt x="100818" y="201636"/>
                    </a:lnTo>
                    <a:cubicBezTo>
                      <a:pt x="74079" y="201636"/>
                      <a:pt x="48436" y="191014"/>
                      <a:pt x="29529" y="172107"/>
                    </a:cubicBezTo>
                    <a:cubicBezTo>
                      <a:pt x="10622" y="153200"/>
                      <a:pt x="0" y="127557"/>
                      <a:pt x="0" y="100818"/>
                    </a:cubicBezTo>
                    <a:lnTo>
                      <a:pt x="0" y="100818"/>
                    </a:lnTo>
                    <a:cubicBezTo>
                      <a:pt x="0" y="74079"/>
                      <a:pt x="10622" y="48436"/>
                      <a:pt x="29529" y="29529"/>
                    </a:cubicBezTo>
                    <a:cubicBezTo>
                      <a:pt x="48436" y="10622"/>
                      <a:pt x="74079" y="0"/>
                      <a:pt x="100818" y="0"/>
                    </a:cubicBezTo>
                    <a:close/>
                  </a:path>
                </a:pathLst>
              </a:custGeom>
              <a:solidFill>
                <a:srgbClr val="DB3825"/>
              </a:solidFill>
              <a:ln>
                <a:noFill/>
              </a:ln>
            </p:spPr>
            <p:txBody>
              <a:bodyPr spcFirstLastPara="1" wrap="square" lIns="45725" tIns="45725" rIns="45725" bIns="45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5"/>
              <p:cNvSpPr txBox="1"/>
              <p:nvPr/>
            </p:nvSpPr>
            <p:spPr>
              <a:xfrm>
                <a:off x="0" y="-38100"/>
                <a:ext cx="639000" cy="23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" name="Google Shape;60;p5"/>
            <p:cNvSpPr/>
            <p:nvPr/>
          </p:nvSpPr>
          <p:spPr>
            <a:xfrm>
              <a:off x="533860" y="150950"/>
              <a:ext cx="839309" cy="965894"/>
            </a:xfrm>
            <a:custGeom>
              <a:avLst/>
              <a:gdLst/>
              <a:ahLst/>
              <a:cxnLst/>
              <a:rect l="l" t="t" r="r" b="b"/>
              <a:pathLst>
                <a:path w="839309" h="965894" extrusionOk="0">
                  <a:moveTo>
                    <a:pt x="0" y="0"/>
                  </a:moveTo>
                  <a:lnTo>
                    <a:pt x="839309" y="0"/>
                  </a:lnTo>
                  <a:lnTo>
                    <a:pt x="839309" y="965894"/>
                  </a:lnTo>
                  <a:lnTo>
                    <a:pt x="0" y="96589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61" name="Google Shape;61;p5"/>
            <p:cNvSpPr txBox="1"/>
            <p:nvPr/>
          </p:nvSpPr>
          <p:spPr>
            <a:xfrm>
              <a:off x="1681266" y="268890"/>
              <a:ext cx="1901100" cy="86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99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University </a:t>
              </a:r>
              <a:endParaRPr sz="700"/>
            </a:p>
            <a:p>
              <a:pPr marL="0" marR="0" lvl="0" indent="0" algn="l" rtl="0">
                <a:lnSpc>
                  <a:spcPct val="1099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of Phoenix</a:t>
              </a:r>
              <a:endParaRPr sz="700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rgbClr val="E34635"/>
            </a:gs>
            <a:gs pos="100000">
              <a:srgbClr val="EDA242"/>
            </a:gs>
          </a:gsLst>
          <a:lin ang="5400012" scaled="0"/>
        </a:gra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>
            <a:spLocks noGrp="1"/>
          </p:cNvSpPr>
          <p:nvPr>
            <p:ph type="title"/>
          </p:nvPr>
        </p:nvSpPr>
        <p:spPr>
          <a:xfrm>
            <a:off x="289025" y="2285400"/>
            <a:ext cx="311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grpSp>
        <p:nvGrpSpPr>
          <p:cNvPr id="65" name="Google Shape;65;p6"/>
          <p:cNvGrpSpPr/>
          <p:nvPr/>
        </p:nvGrpSpPr>
        <p:grpSpPr>
          <a:xfrm>
            <a:off x="364662" y="250623"/>
            <a:ext cx="1213337" cy="455124"/>
            <a:chOff x="0" y="-192881"/>
            <a:chExt cx="3235565" cy="1213664"/>
          </a:xfrm>
        </p:grpSpPr>
        <p:grpSp>
          <p:nvGrpSpPr>
            <p:cNvPr id="66" name="Google Shape;66;p6"/>
            <p:cNvGrpSpPr/>
            <p:nvPr/>
          </p:nvGrpSpPr>
          <p:grpSpPr>
            <a:xfrm>
              <a:off x="0" y="-192881"/>
              <a:ext cx="3235565" cy="1213664"/>
              <a:chOff x="0" y="-38100"/>
              <a:chExt cx="639124" cy="239736"/>
            </a:xfrm>
          </p:grpSpPr>
          <p:sp>
            <p:nvSpPr>
              <p:cNvPr id="67" name="Google Shape;67;p6"/>
              <p:cNvSpPr/>
              <p:nvPr/>
            </p:nvSpPr>
            <p:spPr>
              <a:xfrm>
                <a:off x="0" y="0"/>
                <a:ext cx="639124" cy="201636"/>
              </a:xfrm>
              <a:custGeom>
                <a:avLst/>
                <a:gdLst/>
                <a:ahLst/>
                <a:cxnLst/>
                <a:rect l="l" t="t" r="r" b="b"/>
                <a:pathLst>
                  <a:path w="639124" h="201636" extrusionOk="0">
                    <a:moveTo>
                      <a:pt x="100818" y="0"/>
                    </a:moveTo>
                    <a:lnTo>
                      <a:pt x="538306" y="0"/>
                    </a:lnTo>
                    <a:cubicBezTo>
                      <a:pt x="565044" y="0"/>
                      <a:pt x="590688" y="10622"/>
                      <a:pt x="609595" y="29529"/>
                    </a:cubicBezTo>
                    <a:cubicBezTo>
                      <a:pt x="628502" y="48436"/>
                      <a:pt x="639124" y="74079"/>
                      <a:pt x="639124" y="100818"/>
                    </a:cubicBezTo>
                    <a:lnTo>
                      <a:pt x="639124" y="100818"/>
                    </a:lnTo>
                    <a:cubicBezTo>
                      <a:pt x="639124" y="127557"/>
                      <a:pt x="628502" y="153200"/>
                      <a:pt x="609595" y="172107"/>
                    </a:cubicBezTo>
                    <a:cubicBezTo>
                      <a:pt x="590688" y="191014"/>
                      <a:pt x="565044" y="201636"/>
                      <a:pt x="538306" y="201636"/>
                    </a:cubicBezTo>
                    <a:lnTo>
                      <a:pt x="100818" y="201636"/>
                    </a:lnTo>
                    <a:cubicBezTo>
                      <a:pt x="74079" y="201636"/>
                      <a:pt x="48436" y="191014"/>
                      <a:pt x="29529" y="172107"/>
                    </a:cubicBezTo>
                    <a:cubicBezTo>
                      <a:pt x="10622" y="153200"/>
                      <a:pt x="0" y="127557"/>
                      <a:pt x="0" y="100818"/>
                    </a:cubicBezTo>
                    <a:lnTo>
                      <a:pt x="0" y="100818"/>
                    </a:lnTo>
                    <a:cubicBezTo>
                      <a:pt x="0" y="74079"/>
                      <a:pt x="10622" y="48436"/>
                      <a:pt x="29529" y="29529"/>
                    </a:cubicBezTo>
                    <a:cubicBezTo>
                      <a:pt x="48436" y="10622"/>
                      <a:pt x="74079" y="0"/>
                      <a:pt x="100818" y="0"/>
                    </a:cubicBezTo>
                    <a:close/>
                  </a:path>
                </a:pathLst>
              </a:custGeom>
              <a:solidFill>
                <a:srgbClr val="DB3825"/>
              </a:solidFill>
              <a:ln>
                <a:noFill/>
              </a:ln>
            </p:spPr>
            <p:txBody>
              <a:bodyPr spcFirstLastPara="1" wrap="square" lIns="45725" tIns="45725" rIns="45725" bIns="45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6"/>
              <p:cNvSpPr txBox="1"/>
              <p:nvPr/>
            </p:nvSpPr>
            <p:spPr>
              <a:xfrm>
                <a:off x="0" y="-38100"/>
                <a:ext cx="639000" cy="23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" name="Google Shape;69;p6"/>
            <p:cNvSpPr/>
            <p:nvPr/>
          </p:nvSpPr>
          <p:spPr>
            <a:xfrm>
              <a:off x="429845" y="121540"/>
              <a:ext cx="675782" cy="777703"/>
            </a:xfrm>
            <a:custGeom>
              <a:avLst/>
              <a:gdLst/>
              <a:ahLst/>
              <a:cxnLst/>
              <a:rect l="l" t="t" r="r" b="b"/>
              <a:pathLst>
                <a:path w="675782" h="777703" extrusionOk="0">
                  <a:moveTo>
                    <a:pt x="0" y="0"/>
                  </a:moveTo>
                  <a:lnTo>
                    <a:pt x="675782" y="0"/>
                  </a:lnTo>
                  <a:lnTo>
                    <a:pt x="675782" y="777702"/>
                  </a:lnTo>
                  <a:lnTo>
                    <a:pt x="0" y="7777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70" name="Google Shape;70;p6"/>
            <p:cNvSpPr txBox="1"/>
            <p:nvPr/>
          </p:nvSpPr>
          <p:spPr>
            <a:xfrm>
              <a:off x="1353695" y="210687"/>
              <a:ext cx="1530600" cy="6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University </a:t>
              </a:r>
              <a:endParaRPr sz="700"/>
            </a:p>
            <a:p>
              <a:pPr marL="0" marR="0" lvl="0" indent="0" algn="l" rtl="0">
                <a:lnSpc>
                  <a:spcPct val="11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of Phoenix</a:t>
              </a:r>
              <a:endParaRPr sz="700"/>
            </a:p>
          </p:txBody>
        </p:sp>
      </p:grpSp>
      <p:sp>
        <p:nvSpPr>
          <p:cNvPr id="71" name="Google Shape;71;p6"/>
          <p:cNvSpPr>
            <a:spLocks noGrp="1"/>
          </p:cNvSpPr>
          <p:nvPr>
            <p:ph type="pic" idx="2"/>
          </p:nvPr>
        </p:nvSpPr>
        <p:spPr>
          <a:xfrm rot="-290010">
            <a:off x="4000659" y="-522800"/>
            <a:ext cx="4311633" cy="6385969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7"/>
          <p:cNvPicPr preferRelativeResize="0"/>
          <p:nvPr/>
        </p:nvPicPr>
        <p:blipFill rotWithShape="1">
          <a:blip r:embed="rId2">
            <a:alphaModFix/>
          </a:blip>
          <a:srcRect l="7381"/>
          <a:stretch/>
        </p:blipFill>
        <p:spPr>
          <a:xfrm>
            <a:off x="176" y="0"/>
            <a:ext cx="914382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7"/>
          <p:cNvPicPr preferRelativeResize="0"/>
          <p:nvPr/>
        </p:nvPicPr>
        <p:blipFill rotWithShape="1">
          <a:blip r:embed="rId3">
            <a:alphaModFix/>
          </a:blip>
          <a:srcRect t="43750"/>
          <a:stretch/>
        </p:blipFill>
        <p:spPr>
          <a:xfrm>
            <a:off x="175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7"/>
          <p:cNvPicPr preferRelativeResize="0"/>
          <p:nvPr/>
        </p:nvPicPr>
        <p:blipFill rotWithShape="1">
          <a:blip r:embed="rId3">
            <a:alphaModFix/>
          </a:blip>
          <a:srcRect t="43750"/>
          <a:stretch/>
        </p:blipFill>
        <p:spPr>
          <a:xfrm>
            <a:off x="175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/>
          <p:nvPr/>
        </p:nvSpPr>
        <p:spPr>
          <a:xfrm>
            <a:off x="-17275" y="2805675"/>
            <a:ext cx="9144000" cy="2109000"/>
          </a:xfrm>
          <a:prstGeom prst="rect">
            <a:avLst/>
          </a:prstGeom>
          <a:solidFill>
            <a:srgbClr val="E6E6E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 Black"/>
              <a:ea typeface="Lato Black"/>
              <a:cs typeface="Lato Black"/>
              <a:sym typeface="Lato Black"/>
            </a:endParaRPr>
          </a:p>
        </p:txBody>
      </p:sp>
      <p:grpSp>
        <p:nvGrpSpPr>
          <p:cNvPr id="77" name="Google Shape;77;p7"/>
          <p:cNvGrpSpPr/>
          <p:nvPr/>
        </p:nvGrpSpPr>
        <p:grpSpPr>
          <a:xfrm>
            <a:off x="-108000" y="4831453"/>
            <a:ext cx="9251710" cy="312097"/>
            <a:chOff x="0" y="-38100"/>
            <a:chExt cx="4816592" cy="164400"/>
          </a:xfrm>
        </p:grpSpPr>
        <p:sp>
          <p:nvSpPr>
            <p:cNvPr id="78" name="Google Shape;78;p7"/>
            <p:cNvSpPr/>
            <p:nvPr/>
          </p:nvSpPr>
          <p:spPr>
            <a:xfrm>
              <a:off x="0" y="0"/>
              <a:ext cx="4816592" cy="126271"/>
            </a:xfrm>
            <a:custGeom>
              <a:avLst/>
              <a:gdLst/>
              <a:ahLst/>
              <a:cxnLst/>
              <a:rect l="l" t="t" r="r" b="b"/>
              <a:pathLst>
                <a:path w="4816592" h="12627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26271"/>
                  </a:lnTo>
                  <a:lnTo>
                    <a:pt x="0" y="126271"/>
                  </a:lnTo>
                  <a:close/>
                </a:path>
              </a:pathLst>
            </a:custGeom>
            <a:solidFill>
              <a:srgbClr val="DB3825"/>
            </a:solidFill>
            <a:ln>
              <a:noFill/>
            </a:ln>
          </p:spPr>
        </p:sp>
        <p:sp>
          <p:nvSpPr>
            <p:cNvPr id="79" name="Google Shape;79;p7"/>
            <p:cNvSpPr txBox="1"/>
            <p:nvPr/>
          </p:nvSpPr>
          <p:spPr>
            <a:xfrm>
              <a:off x="0" y="-38100"/>
              <a:ext cx="4816500" cy="16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" name="Google Shape;80;p7"/>
          <p:cNvGrpSpPr/>
          <p:nvPr/>
        </p:nvGrpSpPr>
        <p:grpSpPr>
          <a:xfrm>
            <a:off x="-108000" y="2499425"/>
            <a:ext cx="9251710" cy="312097"/>
            <a:chOff x="0" y="-38100"/>
            <a:chExt cx="4816592" cy="164400"/>
          </a:xfrm>
        </p:grpSpPr>
        <p:sp>
          <p:nvSpPr>
            <p:cNvPr id="81" name="Google Shape;81;p7"/>
            <p:cNvSpPr/>
            <p:nvPr/>
          </p:nvSpPr>
          <p:spPr>
            <a:xfrm>
              <a:off x="0" y="0"/>
              <a:ext cx="4816592" cy="126271"/>
            </a:xfrm>
            <a:custGeom>
              <a:avLst/>
              <a:gdLst/>
              <a:ahLst/>
              <a:cxnLst/>
              <a:rect l="l" t="t" r="r" b="b"/>
              <a:pathLst>
                <a:path w="4816592" h="12627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26271"/>
                  </a:lnTo>
                  <a:lnTo>
                    <a:pt x="0" y="126271"/>
                  </a:lnTo>
                  <a:close/>
                </a:path>
              </a:pathLst>
            </a:custGeom>
            <a:solidFill>
              <a:srgbClr val="DB3825"/>
            </a:solidFill>
            <a:ln>
              <a:noFill/>
            </a:ln>
          </p:spPr>
        </p:sp>
        <p:sp>
          <p:nvSpPr>
            <p:cNvPr id="82" name="Google Shape;82;p7"/>
            <p:cNvSpPr txBox="1"/>
            <p:nvPr/>
          </p:nvSpPr>
          <p:spPr>
            <a:xfrm>
              <a:off x="0" y="-38100"/>
              <a:ext cx="4816500" cy="16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7"/>
          <p:cNvSpPr txBox="1">
            <a:spLocks noGrp="1"/>
          </p:cNvSpPr>
          <p:nvPr>
            <p:ph type="title"/>
          </p:nvPr>
        </p:nvSpPr>
        <p:spPr>
          <a:xfrm>
            <a:off x="490250" y="827650"/>
            <a:ext cx="6367800" cy="167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4" name="Google Shape;84;p7"/>
          <p:cNvGrpSpPr/>
          <p:nvPr/>
        </p:nvGrpSpPr>
        <p:grpSpPr>
          <a:xfrm>
            <a:off x="364662" y="250623"/>
            <a:ext cx="1213337" cy="455124"/>
            <a:chOff x="0" y="-192881"/>
            <a:chExt cx="3235565" cy="1213664"/>
          </a:xfrm>
        </p:grpSpPr>
        <p:grpSp>
          <p:nvGrpSpPr>
            <p:cNvPr id="85" name="Google Shape;85;p7"/>
            <p:cNvGrpSpPr/>
            <p:nvPr/>
          </p:nvGrpSpPr>
          <p:grpSpPr>
            <a:xfrm>
              <a:off x="0" y="-192881"/>
              <a:ext cx="3235565" cy="1213664"/>
              <a:chOff x="0" y="-38100"/>
              <a:chExt cx="639124" cy="239736"/>
            </a:xfrm>
          </p:grpSpPr>
          <p:sp>
            <p:nvSpPr>
              <p:cNvPr id="86" name="Google Shape;86;p7"/>
              <p:cNvSpPr/>
              <p:nvPr/>
            </p:nvSpPr>
            <p:spPr>
              <a:xfrm>
                <a:off x="0" y="0"/>
                <a:ext cx="639124" cy="201636"/>
              </a:xfrm>
              <a:custGeom>
                <a:avLst/>
                <a:gdLst/>
                <a:ahLst/>
                <a:cxnLst/>
                <a:rect l="l" t="t" r="r" b="b"/>
                <a:pathLst>
                  <a:path w="639124" h="201636" extrusionOk="0">
                    <a:moveTo>
                      <a:pt x="100818" y="0"/>
                    </a:moveTo>
                    <a:lnTo>
                      <a:pt x="538306" y="0"/>
                    </a:lnTo>
                    <a:cubicBezTo>
                      <a:pt x="565044" y="0"/>
                      <a:pt x="590688" y="10622"/>
                      <a:pt x="609595" y="29529"/>
                    </a:cubicBezTo>
                    <a:cubicBezTo>
                      <a:pt x="628502" y="48436"/>
                      <a:pt x="639124" y="74079"/>
                      <a:pt x="639124" y="100818"/>
                    </a:cubicBezTo>
                    <a:lnTo>
                      <a:pt x="639124" y="100818"/>
                    </a:lnTo>
                    <a:cubicBezTo>
                      <a:pt x="639124" y="127557"/>
                      <a:pt x="628502" y="153200"/>
                      <a:pt x="609595" y="172107"/>
                    </a:cubicBezTo>
                    <a:cubicBezTo>
                      <a:pt x="590688" y="191014"/>
                      <a:pt x="565044" y="201636"/>
                      <a:pt x="538306" y="201636"/>
                    </a:cubicBezTo>
                    <a:lnTo>
                      <a:pt x="100818" y="201636"/>
                    </a:lnTo>
                    <a:cubicBezTo>
                      <a:pt x="74079" y="201636"/>
                      <a:pt x="48436" y="191014"/>
                      <a:pt x="29529" y="172107"/>
                    </a:cubicBezTo>
                    <a:cubicBezTo>
                      <a:pt x="10622" y="153200"/>
                      <a:pt x="0" y="127557"/>
                      <a:pt x="0" y="100818"/>
                    </a:cubicBezTo>
                    <a:lnTo>
                      <a:pt x="0" y="100818"/>
                    </a:lnTo>
                    <a:cubicBezTo>
                      <a:pt x="0" y="74079"/>
                      <a:pt x="10622" y="48436"/>
                      <a:pt x="29529" y="29529"/>
                    </a:cubicBezTo>
                    <a:cubicBezTo>
                      <a:pt x="48436" y="10622"/>
                      <a:pt x="74079" y="0"/>
                      <a:pt x="100818" y="0"/>
                    </a:cubicBezTo>
                    <a:close/>
                  </a:path>
                </a:pathLst>
              </a:custGeom>
              <a:solidFill>
                <a:srgbClr val="DB3825"/>
              </a:solidFill>
              <a:ln>
                <a:noFill/>
              </a:ln>
            </p:spPr>
            <p:txBody>
              <a:bodyPr spcFirstLastPara="1" wrap="square" lIns="45725" tIns="45725" rIns="45725" bIns="45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7"/>
              <p:cNvSpPr txBox="1"/>
              <p:nvPr/>
            </p:nvSpPr>
            <p:spPr>
              <a:xfrm>
                <a:off x="0" y="-38100"/>
                <a:ext cx="639000" cy="23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" name="Google Shape;88;p7"/>
            <p:cNvSpPr/>
            <p:nvPr/>
          </p:nvSpPr>
          <p:spPr>
            <a:xfrm>
              <a:off x="429845" y="121540"/>
              <a:ext cx="675782" cy="777703"/>
            </a:xfrm>
            <a:custGeom>
              <a:avLst/>
              <a:gdLst/>
              <a:ahLst/>
              <a:cxnLst/>
              <a:rect l="l" t="t" r="r" b="b"/>
              <a:pathLst>
                <a:path w="675782" h="777703" extrusionOk="0">
                  <a:moveTo>
                    <a:pt x="0" y="0"/>
                  </a:moveTo>
                  <a:lnTo>
                    <a:pt x="675782" y="0"/>
                  </a:lnTo>
                  <a:lnTo>
                    <a:pt x="675782" y="777702"/>
                  </a:lnTo>
                  <a:lnTo>
                    <a:pt x="0" y="7777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9" name="Google Shape;89;p7"/>
            <p:cNvSpPr txBox="1"/>
            <p:nvPr/>
          </p:nvSpPr>
          <p:spPr>
            <a:xfrm>
              <a:off x="1353695" y="210687"/>
              <a:ext cx="1530600" cy="6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University </a:t>
              </a:r>
              <a:endParaRPr sz="700"/>
            </a:p>
            <a:p>
              <a:pPr marL="0" marR="0" lvl="0" indent="0" algn="l" rtl="0">
                <a:lnSpc>
                  <a:spcPct val="11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of Phoenix</a:t>
              </a:r>
              <a:endParaRPr sz="700"/>
            </a:p>
          </p:txBody>
        </p:sp>
      </p:grpSp>
      <p:sp>
        <p:nvSpPr>
          <p:cNvPr id="90" name="Google Shape;9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8"/>
          <p:cNvPicPr preferRelativeResize="0"/>
          <p:nvPr/>
        </p:nvPicPr>
        <p:blipFill rotWithShape="1">
          <a:blip r:embed="rId2">
            <a:alphaModFix/>
          </a:blip>
          <a:srcRect l="7381"/>
          <a:stretch/>
        </p:blipFill>
        <p:spPr>
          <a:xfrm>
            <a:off x="176" y="0"/>
            <a:ext cx="914382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8"/>
          <p:cNvPicPr preferRelativeResize="0"/>
          <p:nvPr/>
        </p:nvPicPr>
        <p:blipFill rotWithShape="1">
          <a:blip r:embed="rId3">
            <a:alphaModFix/>
          </a:blip>
          <a:srcRect t="43750"/>
          <a:stretch/>
        </p:blipFill>
        <p:spPr>
          <a:xfrm>
            <a:off x="175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8"/>
          <p:cNvPicPr preferRelativeResize="0"/>
          <p:nvPr/>
        </p:nvPicPr>
        <p:blipFill rotWithShape="1">
          <a:blip r:embed="rId3">
            <a:alphaModFix/>
          </a:blip>
          <a:srcRect t="43750"/>
          <a:stretch/>
        </p:blipFill>
        <p:spPr>
          <a:xfrm>
            <a:off x="175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grpSp>
        <p:nvGrpSpPr>
          <p:cNvPr id="96" name="Google Shape;96;p8"/>
          <p:cNvGrpSpPr/>
          <p:nvPr/>
        </p:nvGrpSpPr>
        <p:grpSpPr>
          <a:xfrm>
            <a:off x="364662" y="250623"/>
            <a:ext cx="1213337" cy="455124"/>
            <a:chOff x="0" y="-192881"/>
            <a:chExt cx="3235565" cy="1213664"/>
          </a:xfrm>
        </p:grpSpPr>
        <p:grpSp>
          <p:nvGrpSpPr>
            <p:cNvPr id="97" name="Google Shape;97;p8"/>
            <p:cNvGrpSpPr/>
            <p:nvPr/>
          </p:nvGrpSpPr>
          <p:grpSpPr>
            <a:xfrm>
              <a:off x="0" y="-192881"/>
              <a:ext cx="3235565" cy="1213664"/>
              <a:chOff x="0" y="-38100"/>
              <a:chExt cx="639124" cy="239736"/>
            </a:xfrm>
          </p:grpSpPr>
          <p:sp>
            <p:nvSpPr>
              <p:cNvPr id="98" name="Google Shape;98;p8"/>
              <p:cNvSpPr/>
              <p:nvPr/>
            </p:nvSpPr>
            <p:spPr>
              <a:xfrm>
                <a:off x="0" y="0"/>
                <a:ext cx="639124" cy="201636"/>
              </a:xfrm>
              <a:custGeom>
                <a:avLst/>
                <a:gdLst/>
                <a:ahLst/>
                <a:cxnLst/>
                <a:rect l="l" t="t" r="r" b="b"/>
                <a:pathLst>
                  <a:path w="639124" h="201636" extrusionOk="0">
                    <a:moveTo>
                      <a:pt x="100818" y="0"/>
                    </a:moveTo>
                    <a:lnTo>
                      <a:pt x="538306" y="0"/>
                    </a:lnTo>
                    <a:cubicBezTo>
                      <a:pt x="565044" y="0"/>
                      <a:pt x="590688" y="10622"/>
                      <a:pt x="609595" y="29529"/>
                    </a:cubicBezTo>
                    <a:cubicBezTo>
                      <a:pt x="628502" y="48436"/>
                      <a:pt x="639124" y="74079"/>
                      <a:pt x="639124" y="100818"/>
                    </a:cubicBezTo>
                    <a:lnTo>
                      <a:pt x="639124" y="100818"/>
                    </a:lnTo>
                    <a:cubicBezTo>
                      <a:pt x="639124" y="127557"/>
                      <a:pt x="628502" y="153200"/>
                      <a:pt x="609595" y="172107"/>
                    </a:cubicBezTo>
                    <a:cubicBezTo>
                      <a:pt x="590688" y="191014"/>
                      <a:pt x="565044" y="201636"/>
                      <a:pt x="538306" y="201636"/>
                    </a:cubicBezTo>
                    <a:lnTo>
                      <a:pt x="100818" y="201636"/>
                    </a:lnTo>
                    <a:cubicBezTo>
                      <a:pt x="74079" y="201636"/>
                      <a:pt x="48436" y="191014"/>
                      <a:pt x="29529" y="172107"/>
                    </a:cubicBezTo>
                    <a:cubicBezTo>
                      <a:pt x="10622" y="153200"/>
                      <a:pt x="0" y="127557"/>
                      <a:pt x="0" y="100818"/>
                    </a:cubicBezTo>
                    <a:lnTo>
                      <a:pt x="0" y="100818"/>
                    </a:lnTo>
                    <a:cubicBezTo>
                      <a:pt x="0" y="74079"/>
                      <a:pt x="10622" y="48436"/>
                      <a:pt x="29529" y="29529"/>
                    </a:cubicBezTo>
                    <a:cubicBezTo>
                      <a:pt x="48436" y="10622"/>
                      <a:pt x="74079" y="0"/>
                      <a:pt x="100818" y="0"/>
                    </a:cubicBezTo>
                    <a:close/>
                  </a:path>
                </a:pathLst>
              </a:custGeom>
              <a:solidFill>
                <a:srgbClr val="DB3825"/>
              </a:solidFill>
              <a:ln>
                <a:noFill/>
              </a:ln>
            </p:spPr>
            <p:txBody>
              <a:bodyPr spcFirstLastPara="1" wrap="square" lIns="45725" tIns="45725" rIns="45725" bIns="45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8"/>
              <p:cNvSpPr txBox="1"/>
              <p:nvPr/>
            </p:nvSpPr>
            <p:spPr>
              <a:xfrm>
                <a:off x="0" y="-38100"/>
                <a:ext cx="639000" cy="23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0" name="Google Shape;100;p8"/>
            <p:cNvSpPr/>
            <p:nvPr/>
          </p:nvSpPr>
          <p:spPr>
            <a:xfrm>
              <a:off x="429845" y="121540"/>
              <a:ext cx="675782" cy="777703"/>
            </a:xfrm>
            <a:custGeom>
              <a:avLst/>
              <a:gdLst/>
              <a:ahLst/>
              <a:cxnLst/>
              <a:rect l="l" t="t" r="r" b="b"/>
              <a:pathLst>
                <a:path w="675782" h="777703" extrusionOk="0">
                  <a:moveTo>
                    <a:pt x="0" y="0"/>
                  </a:moveTo>
                  <a:lnTo>
                    <a:pt x="675782" y="0"/>
                  </a:lnTo>
                  <a:lnTo>
                    <a:pt x="675782" y="777702"/>
                  </a:lnTo>
                  <a:lnTo>
                    <a:pt x="0" y="7777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01" name="Google Shape;101;p8"/>
            <p:cNvSpPr txBox="1"/>
            <p:nvPr/>
          </p:nvSpPr>
          <p:spPr>
            <a:xfrm>
              <a:off x="1353695" y="210687"/>
              <a:ext cx="1530600" cy="6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University </a:t>
              </a:r>
              <a:endParaRPr sz="700"/>
            </a:p>
            <a:p>
              <a:pPr marL="0" marR="0" lvl="0" indent="0" algn="l" rtl="0">
                <a:lnSpc>
                  <a:spcPct val="11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of Phoenix</a:t>
              </a:r>
              <a:endParaRPr sz="700"/>
            </a:p>
          </p:txBody>
        </p:sp>
      </p:grpSp>
      <p:sp>
        <p:nvSpPr>
          <p:cNvPr id="102" name="Google Shape;102;p8"/>
          <p:cNvSpPr/>
          <p:nvPr/>
        </p:nvSpPr>
        <p:spPr>
          <a:xfrm>
            <a:off x="4572000" y="832625"/>
            <a:ext cx="4572000" cy="337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4" name="Google Shape;104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5" name="Google Shape;105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6" name="Google Shape;106;p8"/>
          <p:cNvSpPr txBox="1">
            <a:spLocks noGrp="1"/>
          </p:cNvSpPr>
          <p:nvPr>
            <p:ph type="sldNum" idx="3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rgbClr val="E6E6E6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9"/>
          <p:cNvGrpSpPr/>
          <p:nvPr/>
        </p:nvGrpSpPr>
        <p:grpSpPr>
          <a:xfrm>
            <a:off x="141932" y="100342"/>
            <a:ext cx="8860137" cy="4942816"/>
            <a:chOff x="0" y="0"/>
            <a:chExt cx="23627031" cy="13180842"/>
          </a:xfrm>
        </p:grpSpPr>
        <p:sp>
          <p:nvSpPr>
            <p:cNvPr id="109" name="Google Shape;109;p9"/>
            <p:cNvSpPr/>
            <p:nvPr/>
          </p:nvSpPr>
          <p:spPr>
            <a:xfrm>
              <a:off x="0" y="0"/>
              <a:ext cx="12114496" cy="5010109"/>
            </a:xfrm>
            <a:custGeom>
              <a:avLst/>
              <a:gdLst/>
              <a:ahLst/>
              <a:cxnLst/>
              <a:rect l="l" t="t" r="r" b="b"/>
              <a:pathLst>
                <a:path w="12114496" h="5010109" extrusionOk="0">
                  <a:moveTo>
                    <a:pt x="0" y="0"/>
                  </a:moveTo>
                  <a:lnTo>
                    <a:pt x="12114496" y="0"/>
                  </a:lnTo>
                  <a:lnTo>
                    <a:pt x="12114496" y="5010109"/>
                  </a:lnTo>
                  <a:lnTo>
                    <a:pt x="0" y="501010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r="-16169" b="-31858"/>
              </a:stretch>
            </a:blipFill>
            <a:ln>
              <a:noFill/>
            </a:ln>
          </p:spPr>
        </p:sp>
        <p:sp>
          <p:nvSpPr>
            <p:cNvPr id="110" name="Google Shape;110;p9"/>
            <p:cNvSpPr/>
            <p:nvPr/>
          </p:nvSpPr>
          <p:spPr>
            <a:xfrm>
              <a:off x="0" y="4693450"/>
              <a:ext cx="2005296" cy="3644059"/>
            </a:xfrm>
            <a:custGeom>
              <a:avLst/>
              <a:gdLst/>
              <a:ahLst/>
              <a:cxnLst/>
              <a:rect l="l" t="t" r="r" b="b"/>
              <a:pathLst>
                <a:path w="2005296" h="3644059" extrusionOk="0">
                  <a:moveTo>
                    <a:pt x="0" y="0"/>
                  </a:moveTo>
                  <a:lnTo>
                    <a:pt x="2005296" y="0"/>
                  </a:lnTo>
                  <a:lnTo>
                    <a:pt x="2005296" y="3644059"/>
                  </a:lnTo>
                  <a:lnTo>
                    <a:pt x="0" y="36440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1466" r="-601754" b="-39817"/>
              </a:stretch>
            </a:blipFill>
            <a:ln>
              <a:noFill/>
            </a:ln>
          </p:spPr>
        </p:sp>
        <p:sp>
          <p:nvSpPr>
            <p:cNvPr id="111" name="Google Shape;111;p9"/>
            <p:cNvSpPr/>
            <p:nvPr/>
          </p:nvSpPr>
          <p:spPr>
            <a:xfrm rot="10800000">
              <a:off x="21621735" y="4693450"/>
              <a:ext cx="2005296" cy="3644059"/>
            </a:xfrm>
            <a:custGeom>
              <a:avLst/>
              <a:gdLst/>
              <a:ahLst/>
              <a:cxnLst/>
              <a:rect l="l" t="t" r="r" b="b"/>
              <a:pathLst>
                <a:path w="2005296" h="3644059" extrusionOk="0">
                  <a:moveTo>
                    <a:pt x="0" y="0"/>
                  </a:moveTo>
                  <a:lnTo>
                    <a:pt x="2005296" y="0"/>
                  </a:lnTo>
                  <a:lnTo>
                    <a:pt x="2005296" y="3644059"/>
                  </a:lnTo>
                  <a:lnTo>
                    <a:pt x="0" y="36440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1466" r="-601754" b="-39817"/>
              </a:stretch>
            </a:blipFill>
            <a:ln>
              <a:noFill/>
            </a:ln>
          </p:spPr>
        </p:sp>
        <p:sp>
          <p:nvSpPr>
            <p:cNvPr id="112" name="Google Shape;112;p9"/>
            <p:cNvSpPr/>
            <p:nvPr/>
          </p:nvSpPr>
          <p:spPr>
            <a:xfrm rot="10800000">
              <a:off x="11512535" y="8170733"/>
              <a:ext cx="12114496" cy="5010109"/>
            </a:xfrm>
            <a:custGeom>
              <a:avLst/>
              <a:gdLst/>
              <a:ahLst/>
              <a:cxnLst/>
              <a:rect l="l" t="t" r="r" b="b"/>
              <a:pathLst>
                <a:path w="12114496" h="5010109" extrusionOk="0">
                  <a:moveTo>
                    <a:pt x="0" y="0"/>
                  </a:moveTo>
                  <a:lnTo>
                    <a:pt x="12114496" y="0"/>
                  </a:lnTo>
                  <a:lnTo>
                    <a:pt x="12114496" y="5010109"/>
                  </a:lnTo>
                  <a:lnTo>
                    <a:pt x="0" y="501010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r="-16169" b="-31858"/>
              </a:stretch>
            </a:blipFill>
            <a:ln>
              <a:noFill/>
            </a:ln>
          </p:spPr>
        </p:sp>
        <p:sp>
          <p:nvSpPr>
            <p:cNvPr id="113" name="Google Shape;113;p9"/>
            <p:cNvSpPr/>
            <p:nvPr/>
          </p:nvSpPr>
          <p:spPr>
            <a:xfrm flipH="1">
              <a:off x="11512535" y="0"/>
              <a:ext cx="12114496" cy="5010109"/>
            </a:xfrm>
            <a:custGeom>
              <a:avLst/>
              <a:gdLst/>
              <a:ahLst/>
              <a:cxnLst/>
              <a:rect l="l" t="t" r="r" b="b"/>
              <a:pathLst>
                <a:path w="12114496" h="5010109" extrusionOk="0">
                  <a:moveTo>
                    <a:pt x="12114496" y="0"/>
                  </a:moveTo>
                  <a:lnTo>
                    <a:pt x="0" y="0"/>
                  </a:lnTo>
                  <a:lnTo>
                    <a:pt x="0" y="5010109"/>
                  </a:lnTo>
                  <a:lnTo>
                    <a:pt x="12114496" y="5010109"/>
                  </a:lnTo>
                  <a:lnTo>
                    <a:pt x="12114496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r="-16169" b="-31858"/>
              </a:stretch>
            </a:blipFill>
            <a:ln>
              <a:noFill/>
            </a:ln>
          </p:spPr>
        </p:sp>
        <p:sp>
          <p:nvSpPr>
            <p:cNvPr id="114" name="Google Shape;114;p9"/>
            <p:cNvSpPr/>
            <p:nvPr/>
          </p:nvSpPr>
          <p:spPr>
            <a:xfrm rot="10800000" flipH="1">
              <a:off x="0" y="8170733"/>
              <a:ext cx="12114496" cy="5010109"/>
            </a:xfrm>
            <a:custGeom>
              <a:avLst/>
              <a:gdLst/>
              <a:ahLst/>
              <a:cxnLst/>
              <a:rect l="l" t="t" r="r" b="b"/>
              <a:pathLst>
                <a:path w="12114496" h="5010109" extrusionOk="0">
                  <a:moveTo>
                    <a:pt x="12114496" y="0"/>
                  </a:moveTo>
                  <a:lnTo>
                    <a:pt x="0" y="0"/>
                  </a:lnTo>
                  <a:lnTo>
                    <a:pt x="0" y="5010109"/>
                  </a:lnTo>
                  <a:lnTo>
                    <a:pt x="12114496" y="5010109"/>
                  </a:lnTo>
                  <a:lnTo>
                    <a:pt x="12114496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r="-16169" b="-31858"/>
              </a:stretch>
            </a:blipFill>
            <a:ln>
              <a:noFill/>
            </a:ln>
          </p:spPr>
        </p:sp>
      </p:grpSp>
      <p:grpSp>
        <p:nvGrpSpPr>
          <p:cNvPr id="115" name="Google Shape;115;p9"/>
          <p:cNvGrpSpPr/>
          <p:nvPr/>
        </p:nvGrpSpPr>
        <p:grpSpPr>
          <a:xfrm>
            <a:off x="4141945" y="-10109"/>
            <a:ext cx="860111" cy="858418"/>
            <a:chOff x="0" y="0"/>
            <a:chExt cx="2293629" cy="2289114"/>
          </a:xfrm>
        </p:grpSpPr>
        <p:sp>
          <p:nvSpPr>
            <p:cNvPr id="116" name="Google Shape;116;p9"/>
            <p:cNvSpPr/>
            <p:nvPr/>
          </p:nvSpPr>
          <p:spPr>
            <a:xfrm>
              <a:off x="0" y="0"/>
              <a:ext cx="2293629" cy="2289114"/>
            </a:xfrm>
            <a:custGeom>
              <a:avLst/>
              <a:gdLst/>
              <a:ahLst/>
              <a:cxnLst/>
              <a:rect l="l" t="t" r="r" b="b"/>
              <a:pathLst>
                <a:path w="2293629" h="2289114" extrusionOk="0">
                  <a:moveTo>
                    <a:pt x="0" y="0"/>
                  </a:moveTo>
                  <a:lnTo>
                    <a:pt x="2293629" y="0"/>
                  </a:lnTo>
                  <a:lnTo>
                    <a:pt x="2293629" y="2289114"/>
                  </a:lnTo>
                  <a:lnTo>
                    <a:pt x="0" y="228911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17" name="Google Shape;117;p9"/>
            <p:cNvSpPr/>
            <p:nvPr/>
          </p:nvSpPr>
          <p:spPr>
            <a:xfrm>
              <a:off x="183945" y="190441"/>
              <a:ext cx="1925739" cy="1908232"/>
            </a:xfrm>
            <a:custGeom>
              <a:avLst/>
              <a:gdLst/>
              <a:ahLst/>
              <a:cxnLst/>
              <a:rect l="l" t="t" r="r" b="b"/>
              <a:pathLst>
                <a:path w="1925739" h="1908232" extrusionOk="0">
                  <a:moveTo>
                    <a:pt x="0" y="0"/>
                  </a:moveTo>
                  <a:lnTo>
                    <a:pt x="1925739" y="0"/>
                  </a:lnTo>
                  <a:lnTo>
                    <a:pt x="1925739" y="1908232"/>
                  </a:lnTo>
                  <a:lnTo>
                    <a:pt x="0" y="190823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18" name="Google Shape;118;p9"/>
            <p:cNvSpPr/>
            <p:nvPr/>
          </p:nvSpPr>
          <p:spPr>
            <a:xfrm>
              <a:off x="754077" y="751989"/>
              <a:ext cx="682241" cy="785137"/>
            </a:xfrm>
            <a:custGeom>
              <a:avLst/>
              <a:gdLst/>
              <a:ahLst/>
              <a:cxnLst/>
              <a:rect l="l" t="t" r="r" b="b"/>
              <a:pathLst>
                <a:path w="682241" h="785137" extrusionOk="0">
                  <a:moveTo>
                    <a:pt x="0" y="0"/>
                  </a:moveTo>
                  <a:lnTo>
                    <a:pt x="682242" y="0"/>
                  </a:lnTo>
                  <a:lnTo>
                    <a:pt x="682242" y="785136"/>
                  </a:lnTo>
                  <a:lnTo>
                    <a:pt x="0" y="7851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119" name="Google Shape;119;p9"/>
          <p:cNvSpPr txBox="1">
            <a:spLocks noGrp="1"/>
          </p:cNvSpPr>
          <p:nvPr>
            <p:ph type="body" idx="1"/>
          </p:nvPr>
        </p:nvSpPr>
        <p:spPr>
          <a:xfrm>
            <a:off x="1572600" y="2269200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0" name="Google Shape;12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  <a:defRPr sz="2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 Black"/>
              <a:buChar char="●"/>
              <a:defRPr sz="18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 Black"/>
              <a:buChar char="○"/>
              <a:defRPr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dley"/>
              <a:buChar char="■"/>
              <a:defRPr>
                <a:solidFill>
                  <a:schemeClr val="dk2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dley"/>
              <a:buChar char="●"/>
              <a:defRPr>
                <a:solidFill>
                  <a:schemeClr val="dk2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dley"/>
              <a:buChar char="○"/>
              <a:defRPr>
                <a:solidFill>
                  <a:schemeClr val="dk2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dley"/>
              <a:buChar char="■"/>
              <a:defRPr>
                <a:solidFill>
                  <a:schemeClr val="dk2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dley"/>
              <a:buChar char="●"/>
              <a:defRPr>
                <a:solidFill>
                  <a:schemeClr val="dk2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dley"/>
              <a:buChar char="○"/>
              <a:defRPr>
                <a:solidFill>
                  <a:schemeClr val="dk2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dley"/>
              <a:buChar char="■"/>
              <a:defRPr>
                <a:solidFill>
                  <a:schemeClr val="dk2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07239"/>
            <a:ext cx="5517900" cy="90985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{title}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254042"/>
            <a:ext cx="5517900" cy="792600"/>
          </a:xfrm>
        </p:spPr>
        <p:txBody>
          <a:bodyPr/>
          <a:lstStyle/>
          <a:p>
            <a:r>
              <a:rPr lang="en-US" dirty="0" smtClean="0"/>
              <a:t>{bullets}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PresentationFormat>On-screen Show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Lato Black</vt:lpstr>
      <vt:lpstr>Radley</vt:lpstr>
      <vt:lpstr>Calibri</vt:lpstr>
      <vt:lpstr>Lato</vt:lpstr>
      <vt:lpstr>Simple Light</vt:lpstr>
      <vt:lpstr>{title}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{title}</dc:title>
  <dc:creator>PMYLS</dc:creator>
  <cp:lastModifiedBy>PMLS</cp:lastModifiedBy>
  <cp:revision>1</cp:revision>
  <dcterms:modified xsi:type="dcterms:W3CDTF">2026-09-09T06:01:10Z</dcterms:modified>
</cp:coreProperties>
</file>