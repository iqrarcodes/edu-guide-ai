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3"/>
  </p:notesMasterIdLst>
  <p:sldIdLst>
    <p:sldId id="258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Anton" charset="0"/>
      <p:regular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-696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1049775" y="1309650"/>
            <a:ext cx="143406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1388525" y="67117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12" name="Google Shape;12;p3"/>
          <p:cNvGrpSpPr/>
          <p:nvPr/>
        </p:nvGrpSpPr>
        <p:grpSpPr>
          <a:xfrm>
            <a:off x="16496692" y="419921"/>
            <a:ext cx="1199980" cy="278039"/>
            <a:chOff x="0" y="0"/>
            <a:chExt cx="1599973" cy="370718"/>
          </a:xfrm>
        </p:grpSpPr>
        <p:grpSp>
          <p:nvGrpSpPr>
            <p:cNvPr id="13" name="Google Shape;13;p3"/>
            <p:cNvGrpSpPr/>
            <p:nvPr/>
          </p:nvGrpSpPr>
          <p:grpSpPr>
            <a:xfrm>
              <a:off x="0" y="0"/>
              <a:ext cx="370718" cy="370718"/>
              <a:chOff x="0" y="0"/>
              <a:chExt cx="812800" cy="8128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>
              <a:off x="614628" y="0"/>
              <a:ext cx="370718" cy="370718"/>
              <a:chOff x="0" y="0"/>
              <a:chExt cx="812800" cy="8128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>
              <a:off x="1229255" y="0"/>
              <a:ext cx="370718" cy="370718"/>
              <a:chOff x="0" y="0"/>
              <a:chExt cx="812800" cy="8128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" name="Google Shape;22;p3"/>
          <p:cNvGrpSpPr/>
          <p:nvPr/>
        </p:nvGrpSpPr>
        <p:grpSpPr>
          <a:xfrm>
            <a:off x="-1190317" y="3854084"/>
            <a:ext cx="2578852" cy="2578852"/>
            <a:chOff x="0" y="0"/>
            <a:chExt cx="812800" cy="812800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7B4A7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" name="Google Shape;24;p3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4598859" y="8997584"/>
            <a:ext cx="2578852" cy="2578852"/>
            <a:chOff x="0" y="0"/>
            <a:chExt cx="812800" cy="812800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4DDDE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7" name="Google Shape;27;p3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5477459">
            <a:off x="16635520" y="2376034"/>
            <a:ext cx="616909" cy="616909"/>
            <a:chOff x="0" y="0"/>
            <a:chExt cx="812800" cy="812800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0" name="Google Shape;30;p3"/>
            <p:cNvSpPr txBox="1"/>
            <p:nvPr/>
          </p:nvSpPr>
          <p:spPr>
            <a:xfrm>
              <a:off x="190500" y="142875"/>
              <a:ext cx="4317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66325" y="1509750"/>
            <a:ext cx="1467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5029200" y="44257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16496692" y="419921"/>
            <a:ext cx="1199980" cy="278039"/>
            <a:chOff x="0" y="0"/>
            <a:chExt cx="1599973" cy="370718"/>
          </a:xfrm>
        </p:grpSpPr>
        <p:grpSp>
          <p:nvGrpSpPr>
            <p:cNvPr id="35" name="Google Shape;35;p4"/>
            <p:cNvGrpSpPr/>
            <p:nvPr/>
          </p:nvGrpSpPr>
          <p:grpSpPr>
            <a:xfrm>
              <a:off x="0" y="0"/>
              <a:ext cx="370718" cy="370718"/>
              <a:chOff x="0" y="0"/>
              <a:chExt cx="812800" cy="812800"/>
            </a:xfrm>
          </p:grpSpPr>
          <p:sp>
            <p:nvSpPr>
              <p:cNvPr id="36" name="Google Shape;3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4"/>
            <p:cNvGrpSpPr/>
            <p:nvPr/>
          </p:nvGrpSpPr>
          <p:grpSpPr>
            <a:xfrm>
              <a:off x="614628" y="0"/>
              <a:ext cx="370718" cy="370718"/>
              <a:chOff x="0" y="0"/>
              <a:chExt cx="812800" cy="812800"/>
            </a:xfrm>
          </p:grpSpPr>
          <p:sp>
            <p:nvSpPr>
              <p:cNvPr id="39" name="Google Shape;39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" name="Google Shape;41;p4"/>
            <p:cNvGrpSpPr/>
            <p:nvPr/>
          </p:nvGrpSpPr>
          <p:grpSpPr>
            <a:xfrm>
              <a:off x="1229255" y="0"/>
              <a:ext cx="370718" cy="370718"/>
              <a:chOff x="0" y="0"/>
              <a:chExt cx="812800" cy="812800"/>
            </a:xfrm>
          </p:grpSpPr>
          <p:sp>
            <p:nvSpPr>
              <p:cNvPr id="42" name="Google Shape;42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" name="Google Shape;44;p4"/>
          <p:cNvGrpSpPr/>
          <p:nvPr/>
        </p:nvGrpSpPr>
        <p:grpSpPr>
          <a:xfrm>
            <a:off x="16786597" y="5562959"/>
            <a:ext cx="2578852" cy="2578852"/>
            <a:chOff x="0" y="0"/>
            <a:chExt cx="812800" cy="812800"/>
          </a:xfrm>
        </p:grpSpPr>
        <p:sp>
          <p:nvSpPr>
            <p:cNvPr id="45" name="Google Shape;45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4DDDE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" name="Google Shape;46;p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4"/>
          <p:cNvGrpSpPr/>
          <p:nvPr/>
        </p:nvGrpSpPr>
        <p:grpSpPr>
          <a:xfrm rot="5477459">
            <a:off x="17266132" y="1780905"/>
            <a:ext cx="616909" cy="616909"/>
            <a:chOff x="0" y="0"/>
            <a:chExt cx="812800" cy="812800"/>
          </a:xfrm>
        </p:grpSpPr>
        <p:sp>
          <p:nvSpPr>
            <p:cNvPr id="48" name="Google Shape;48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9" name="Google Shape;49;p4"/>
            <p:cNvSpPr txBox="1"/>
            <p:nvPr/>
          </p:nvSpPr>
          <p:spPr>
            <a:xfrm>
              <a:off x="190500" y="142875"/>
              <a:ext cx="4317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title"/>
          </p:nvPr>
        </p:nvSpPr>
        <p:spPr>
          <a:xfrm>
            <a:off x="1043911" y="387600"/>
            <a:ext cx="149808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Calibri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5257788" y="711963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2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2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2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2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2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2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2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16496692" y="419921"/>
            <a:ext cx="1199980" cy="278039"/>
            <a:chOff x="0" y="0"/>
            <a:chExt cx="1599973" cy="370718"/>
          </a:xfrm>
        </p:grpSpPr>
        <p:grpSp>
          <p:nvGrpSpPr>
            <p:cNvPr id="54" name="Google Shape;54;p5"/>
            <p:cNvGrpSpPr/>
            <p:nvPr/>
          </p:nvGrpSpPr>
          <p:grpSpPr>
            <a:xfrm>
              <a:off x="0" y="0"/>
              <a:ext cx="370718" cy="370718"/>
              <a:chOff x="0" y="0"/>
              <a:chExt cx="812800" cy="812800"/>
            </a:xfrm>
          </p:grpSpPr>
          <p:sp>
            <p:nvSpPr>
              <p:cNvPr id="55" name="Google Shape;55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7B4A7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" name="Google Shape;57;p5"/>
            <p:cNvGrpSpPr/>
            <p:nvPr/>
          </p:nvGrpSpPr>
          <p:grpSpPr>
            <a:xfrm>
              <a:off x="614628" y="0"/>
              <a:ext cx="370718" cy="370718"/>
              <a:chOff x="0" y="0"/>
              <a:chExt cx="812800" cy="812800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7B4A7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" name="Google Shape;60;p5"/>
            <p:cNvGrpSpPr/>
            <p:nvPr/>
          </p:nvGrpSpPr>
          <p:grpSpPr>
            <a:xfrm>
              <a:off x="1229255" y="0"/>
              <a:ext cx="370718" cy="370718"/>
              <a:chOff x="0" y="0"/>
              <a:chExt cx="812800" cy="812800"/>
            </a:xfrm>
          </p:grpSpPr>
          <p:sp>
            <p:nvSpPr>
              <p:cNvPr id="61" name="Google Shape;61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7B4A7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" name="Google Shape;63;p5"/>
          <p:cNvGrpSpPr/>
          <p:nvPr/>
        </p:nvGrpSpPr>
        <p:grpSpPr>
          <a:xfrm>
            <a:off x="1580313" y="8879159"/>
            <a:ext cx="2578852" cy="2578852"/>
            <a:chOff x="0" y="0"/>
            <a:chExt cx="812800" cy="812800"/>
          </a:xfrm>
        </p:grpSpPr>
        <p:sp>
          <p:nvSpPr>
            <p:cNvPr id="64" name="Google Shape;64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4DDDE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5" name="Google Shape;65;p5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1066325" y="1509750"/>
            <a:ext cx="1467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body" idx="1"/>
          </p:nvPr>
        </p:nvSpPr>
        <p:spPr>
          <a:xfrm>
            <a:off x="4139763" y="4814900"/>
            <a:ext cx="4911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body" idx="2"/>
          </p:nvPr>
        </p:nvSpPr>
        <p:spPr>
          <a:xfrm>
            <a:off x="9236633" y="4814900"/>
            <a:ext cx="4911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grpSp>
        <p:nvGrpSpPr>
          <p:cNvPr id="70" name="Google Shape;70;p6"/>
          <p:cNvGrpSpPr/>
          <p:nvPr/>
        </p:nvGrpSpPr>
        <p:grpSpPr>
          <a:xfrm>
            <a:off x="16496692" y="419921"/>
            <a:ext cx="1199980" cy="278039"/>
            <a:chOff x="0" y="0"/>
            <a:chExt cx="1599973" cy="370718"/>
          </a:xfrm>
        </p:grpSpPr>
        <p:grpSp>
          <p:nvGrpSpPr>
            <p:cNvPr id="71" name="Google Shape;71;p6"/>
            <p:cNvGrpSpPr/>
            <p:nvPr/>
          </p:nvGrpSpPr>
          <p:grpSpPr>
            <a:xfrm>
              <a:off x="0" y="0"/>
              <a:ext cx="370718" cy="370718"/>
              <a:chOff x="0" y="0"/>
              <a:chExt cx="812800" cy="812800"/>
            </a:xfrm>
          </p:grpSpPr>
          <p:sp>
            <p:nvSpPr>
              <p:cNvPr id="72" name="Google Shape;72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" name="Google Shape;74;p6"/>
            <p:cNvGrpSpPr/>
            <p:nvPr/>
          </p:nvGrpSpPr>
          <p:grpSpPr>
            <a:xfrm>
              <a:off x="614628" y="0"/>
              <a:ext cx="370718" cy="370718"/>
              <a:chOff x="0" y="0"/>
              <a:chExt cx="812800" cy="812800"/>
            </a:xfrm>
          </p:grpSpPr>
          <p:sp>
            <p:nvSpPr>
              <p:cNvPr id="75" name="Google Shape;75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" name="Google Shape;77;p6"/>
            <p:cNvGrpSpPr/>
            <p:nvPr/>
          </p:nvGrpSpPr>
          <p:grpSpPr>
            <a:xfrm>
              <a:off x="1229255" y="0"/>
              <a:ext cx="370718" cy="370718"/>
              <a:chOff x="0" y="0"/>
              <a:chExt cx="812800" cy="812800"/>
            </a:xfrm>
          </p:grpSpPr>
          <p:sp>
            <p:nvSpPr>
              <p:cNvPr id="78" name="Google Shape;78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" name="Google Shape;80;p6"/>
          <p:cNvGrpSpPr/>
          <p:nvPr/>
        </p:nvGrpSpPr>
        <p:grpSpPr>
          <a:xfrm>
            <a:off x="-1205514" y="3854084"/>
            <a:ext cx="2578852" cy="2578852"/>
            <a:chOff x="0" y="0"/>
            <a:chExt cx="812800" cy="812800"/>
          </a:xfrm>
        </p:grpSpPr>
        <p:sp>
          <p:nvSpPr>
            <p:cNvPr id="81" name="Google Shape;81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4DDDE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2" name="Google Shape;82;p6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6"/>
          <p:cNvGrpSpPr/>
          <p:nvPr/>
        </p:nvGrpSpPr>
        <p:grpSpPr>
          <a:xfrm>
            <a:off x="15207276" y="8997584"/>
            <a:ext cx="2578852" cy="2578852"/>
            <a:chOff x="0" y="0"/>
            <a:chExt cx="812800" cy="812800"/>
          </a:xfrm>
        </p:grpSpPr>
        <p:sp>
          <p:nvSpPr>
            <p:cNvPr id="84" name="Google Shape;8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4DDDE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5" name="Google Shape;85;p6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6"/>
          <p:cNvGrpSpPr/>
          <p:nvPr/>
        </p:nvGrpSpPr>
        <p:grpSpPr>
          <a:xfrm rot="5477459">
            <a:off x="16188243" y="3461990"/>
            <a:ext cx="616909" cy="616909"/>
            <a:chOff x="0" y="0"/>
            <a:chExt cx="812800" cy="812800"/>
          </a:xfrm>
        </p:grpSpPr>
        <p:sp>
          <p:nvSpPr>
            <p:cNvPr id="87" name="Google Shape;87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8" name="Google Shape;88;p6"/>
            <p:cNvSpPr txBox="1"/>
            <p:nvPr/>
          </p:nvSpPr>
          <p:spPr>
            <a:xfrm>
              <a:off x="190500" y="142875"/>
              <a:ext cx="4317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1066325" y="1509750"/>
            <a:ext cx="1467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body" idx="1"/>
          </p:nvPr>
        </p:nvSpPr>
        <p:spPr>
          <a:xfrm>
            <a:off x="3628275" y="4983500"/>
            <a:ext cx="54153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body" idx="2"/>
          </p:nvPr>
        </p:nvSpPr>
        <p:spPr>
          <a:xfrm>
            <a:off x="9241718" y="4983500"/>
            <a:ext cx="54180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grpSp>
        <p:nvGrpSpPr>
          <p:cNvPr id="93" name="Google Shape;93;p7"/>
          <p:cNvGrpSpPr/>
          <p:nvPr/>
        </p:nvGrpSpPr>
        <p:grpSpPr>
          <a:xfrm>
            <a:off x="16496692" y="419921"/>
            <a:ext cx="1199980" cy="278039"/>
            <a:chOff x="0" y="0"/>
            <a:chExt cx="1599973" cy="370718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0" y="0"/>
              <a:ext cx="370718" cy="370718"/>
              <a:chOff x="0" y="0"/>
              <a:chExt cx="812800" cy="812800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DDDE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7"/>
            <p:cNvGrpSpPr/>
            <p:nvPr/>
          </p:nvGrpSpPr>
          <p:grpSpPr>
            <a:xfrm>
              <a:off x="614628" y="0"/>
              <a:ext cx="370718" cy="370718"/>
              <a:chOff x="0" y="0"/>
              <a:chExt cx="812800" cy="812800"/>
            </a:xfrm>
          </p:grpSpPr>
          <p:sp>
            <p:nvSpPr>
              <p:cNvPr id="98" name="Google Shape;9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DDDE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7"/>
            <p:cNvGrpSpPr/>
            <p:nvPr/>
          </p:nvGrpSpPr>
          <p:grpSpPr>
            <a:xfrm>
              <a:off x="1229255" y="0"/>
              <a:ext cx="370718" cy="370718"/>
              <a:chOff x="0" y="0"/>
              <a:chExt cx="812800" cy="812800"/>
            </a:xfrm>
          </p:grpSpPr>
          <p:sp>
            <p:nvSpPr>
              <p:cNvPr id="101" name="Google Shape;101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DDDE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7"/>
          <p:cNvGrpSpPr/>
          <p:nvPr/>
        </p:nvGrpSpPr>
        <p:grpSpPr>
          <a:xfrm>
            <a:off x="16998584" y="2375736"/>
            <a:ext cx="2578852" cy="2578852"/>
            <a:chOff x="0" y="0"/>
            <a:chExt cx="812800" cy="812800"/>
          </a:xfrm>
        </p:grpSpPr>
        <p:sp>
          <p:nvSpPr>
            <p:cNvPr id="104" name="Google Shape;104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ABC1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5" name="Google Shape;105;p7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-1289416" y="6679469"/>
            <a:ext cx="2578852" cy="2578852"/>
            <a:chOff x="0" y="0"/>
            <a:chExt cx="812800" cy="812800"/>
          </a:xfrm>
        </p:grpSpPr>
        <p:sp>
          <p:nvSpPr>
            <p:cNvPr id="107" name="Google Shape;107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4DDDE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8" name="Google Shape;108;p7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7"/>
          <p:cNvGrpSpPr/>
          <p:nvPr/>
        </p:nvGrpSpPr>
        <p:grpSpPr>
          <a:xfrm rot="5477459">
            <a:off x="17086979" y="6686315"/>
            <a:ext cx="616909" cy="616909"/>
            <a:chOff x="0" y="0"/>
            <a:chExt cx="812800" cy="812800"/>
          </a:xfrm>
        </p:grpSpPr>
        <p:sp>
          <p:nvSpPr>
            <p:cNvPr id="110" name="Google Shape;110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11" name="Google Shape;111;p7"/>
            <p:cNvSpPr txBox="1"/>
            <p:nvPr/>
          </p:nvSpPr>
          <p:spPr>
            <a:xfrm>
              <a:off x="190500" y="142875"/>
              <a:ext cx="4317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>
            <a:spLocks noGrp="1"/>
          </p:cNvSpPr>
          <p:nvPr>
            <p:ph type="title"/>
          </p:nvPr>
        </p:nvSpPr>
        <p:spPr>
          <a:xfrm>
            <a:off x="1066325" y="1509750"/>
            <a:ext cx="1467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4" name="Google Shape;114;p8"/>
          <p:cNvGrpSpPr/>
          <p:nvPr/>
        </p:nvGrpSpPr>
        <p:grpSpPr>
          <a:xfrm>
            <a:off x="16496692" y="419921"/>
            <a:ext cx="1199980" cy="278039"/>
            <a:chOff x="0" y="0"/>
            <a:chExt cx="1599973" cy="370718"/>
          </a:xfrm>
        </p:grpSpPr>
        <p:grpSp>
          <p:nvGrpSpPr>
            <p:cNvPr id="115" name="Google Shape;115;p8"/>
            <p:cNvGrpSpPr/>
            <p:nvPr/>
          </p:nvGrpSpPr>
          <p:grpSpPr>
            <a:xfrm>
              <a:off x="0" y="0"/>
              <a:ext cx="370718" cy="370718"/>
              <a:chOff x="0" y="0"/>
              <a:chExt cx="812800" cy="812800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614628" y="0"/>
              <a:ext cx="370718" cy="370718"/>
              <a:chOff x="0" y="0"/>
              <a:chExt cx="812800" cy="812800"/>
            </a:xfrm>
          </p:grpSpPr>
          <p:sp>
            <p:nvSpPr>
              <p:cNvPr id="119" name="Google Shape;11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1229255" y="0"/>
              <a:ext cx="370718" cy="370718"/>
              <a:chOff x="0" y="0"/>
              <a:chExt cx="812800" cy="812800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" name="Google Shape;124;p8"/>
          <p:cNvGrpSpPr/>
          <p:nvPr/>
        </p:nvGrpSpPr>
        <p:grpSpPr>
          <a:xfrm>
            <a:off x="4274242" y="8624167"/>
            <a:ext cx="2578852" cy="2578852"/>
            <a:chOff x="0" y="0"/>
            <a:chExt cx="812800" cy="812800"/>
          </a:xfrm>
        </p:grpSpPr>
        <p:sp>
          <p:nvSpPr>
            <p:cNvPr id="125" name="Google Shape;12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ABC1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p8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8"/>
          <p:cNvGrpSpPr/>
          <p:nvPr/>
        </p:nvGrpSpPr>
        <p:grpSpPr>
          <a:xfrm rot="5477459">
            <a:off x="15872912" y="1719355"/>
            <a:ext cx="616909" cy="616909"/>
            <a:chOff x="0" y="0"/>
            <a:chExt cx="812800" cy="81280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9" name="Google Shape;129;p8"/>
            <p:cNvSpPr txBox="1"/>
            <p:nvPr/>
          </p:nvSpPr>
          <p:spPr>
            <a:xfrm>
              <a:off x="190500" y="142875"/>
              <a:ext cx="4317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075200" y="2591125"/>
            <a:ext cx="16887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"/>
          </p:nvPr>
        </p:nvSpPr>
        <p:spPr>
          <a:xfrm>
            <a:off x="8613982" y="4497500"/>
            <a:ext cx="6962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2049125" y="4497500"/>
            <a:ext cx="60909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9pPr>
          </a:lstStyle>
          <a:p>
            <a:endParaRPr/>
          </a:p>
        </p:txBody>
      </p:sp>
      <p:grpSp>
        <p:nvGrpSpPr>
          <p:cNvPr id="134" name="Google Shape;134;p9"/>
          <p:cNvGrpSpPr/>
          <p:nvPr/>
        </p:nvGrpSpPr>
        <p:grpSpPr>
          <a:xfrm>
            <a:off x="16496692" y="419921"/>
            <a:ext cx="1199980" cy="278039"/>
            <a:chOff x="0" y="0"/>
            <a:chExt cx="1599973" cy="370718"/>
          </a:xfrm>
        </p:grpSpPr>
        <p:grpSp>
          <p:nvGrpSpPr>
            <p:cNvPr id="135" name="Google Shape;135;p9"/>
            <p:cNvGrpSpPr/>
            <p:nvPr/>
          </p:nvGrpSpPr>
          <p:grpSpPr>
            <a:xfrm>
              <a:off x="0" y="0"/>
              <a:ext cx="370718" cy="370718"/>
              <a:chOff x="0" y="0"/>
              <a:chExt cx="812800" cy="812800"/>
            </a:xfrm>
          </p:grpSpPr>
          <p:sp>
            <p:nvSpPr>
              <p:cNvPr id="136" name="Google Shape;136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DDDE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9"/>
            <p:cNvGrpSpPr/>
            <p:nvPr/>
          </p:nvGrpSpPr>
          <p:grpSpPr>
            <a:xfrm>
              <a:off x="614628" y="0"/>
              <a:ext cx="370718" cy="370718"/>
              <a:chOff x="0" y="0"/>
              <a:chExt cx="812800" cy="812800"/>
            </a:xfrm>
          </p:grpSpPr>
          <p:sp>
            <p:nvSpPr>
              <p:cNvPr id="139" name="Google Shape;139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DDDE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9"/>
            <p:cNvGrpSpPr/>
            <p:nvPr/>
          </p:nvGrpSpPr>
          <p:grpSpPr>
            <a:xfrm>
              <a:off x="1229255" y="0"/>
              <a:ext cx="370718" cy="370718"/>
              <a:chOff x="0" y="0"/>
              <a:chExt cx="812800" cy="812800"/>
            </a:xfrm>
          </p:grpSpPr>
          <p:sp>
            <p:nvSpPr>
              <p:cNvPr id="142" name="Google Shape;142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DDDE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4" name="Google Shape;144;p9"/>
          <p:cNvGrpSpPr/>
          <p:nvPr/>
        </p:nvGrpSpPr>
        <p:grpSpPr>
          <a:xfrm>
            <a:off x="16998584" y="2375736"/>
            <a:ext cx="2578852" cy="2578852"/>
            <a:chOff x="0" y="0"/>
            <a:chExt cx="812800" cy="812800"/>
          </a:xfrm>
        </p:grpSpPr>
        <p:sp>
          <p:nvSpPr>
            <p:cNvPr id="145" name="Google Shape;145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ABC1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6" name="Google Shape;146;p9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9"/>
          <p:cNvGrpSpPr/>
          <p:nvPr/>
        </p:nvGrpSpPr>
        <p:grpSpPr>
          <a:xfrm rot="5477459">
            <a:off x="17086979" y="6686315"/>
            <a:ext cx="616909" cy="616909"/>
            <a:chOff x="0" y="0"/>
            <a:chExt cx="812800" cy="812800"/>
          </a:xfrm>
        </p:grpSpPr>
        <p:sp>
          <p:nvSpPr>
            <p:cNvPr id="148" name="Google Shape;14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9" name="Google Shape;149;p9"/>
            <p:cNvSpPr txBox="1"/>
            <p:nvPr/>
          </p:nvSpPr>
          <p:spPr>
            <a:xfrm>
              <a:off x="190500" y="142875"/>
              <a:ext cx="4317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1064900" y="3143425"/>
            <a:ext cx="15281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800"/>
              <a:buFont typeface="Anton"/>
              <a:buNone/>
              <a:defRPr sz="108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52" name="Google Shape;152;p10"/>
          <p:cNvSpPr>
            <a:spLocks noGrp="1"/>
          </p:cNvSpPr>
          <p:nvPr>
            <p:ph type="pic" idx="2"/>
          </p:nvPr>
        </p:nvSpPr>
        <p:spPr>
          <a:xfrm>
            <a:off x="11337873" y="4617500"/>
            <a:ext cx="4603500" cy="34527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0"/>
          <p:cNvSpPr txBox="1">
            <a:spLocks noGrp="1"/>
          </p:cNvSpPr>
          <p:nvPr>
            <p:ph type="body" idx="1"/>
          </p:nvPr>
        </p:nvSpPr>
        <p:spPr>
          <a:xfrm>
            <a:off x="2282963" y="49782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9pPr>
          </a:lstStyle>
          <a:p>
            <a:endParaRPr/>
          </a:p>
        </p:txBody>
      </p:sp>
      <p:grpSp>
        <p:nvGrpSpPr>
          <p:cNvPr id="154" name="Google Shape;154;p10"/>
          <p:cNvGrpSpPr/>
          <p:nvPr/>
        </p:nvGrpSpPr>
        <p:grpSpPr>
          <a:xfrm>
            <a:off x="16496692" y="419921"/>
            <a:ext cx="1199980" cy="278039"/>
            <a:chOff x="0" y="0"/>
            <a:chExt cx="1599973" cy="370718"/>
          </a:xfrm>
        </p:grpSpPr>
        <p:grpSp>
          <p:nvGrpSpPr>
            <p:cNvPr id="155" name="Google Shape;155;p10"/>
            <p:cNvGrpSpPr/>
            <p:nvPr/>
          </p:nvGrpSpPr>
          <p:grpSpPr>
            <a:xfrm>
              <a:off x="0" y="0"/>
              <a:ext cx="370718" cy="370718"/>
              <a:chOff x="0" y="0"/>
              <a:chExt cx="812800" cy="812800"/>
            </a:xfrm>
          </p:grpSpPr>
          <p:sp>
            <p:nvSpPr>
              <p:cNvPr id="156" name="Google Shape;156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" name="Google Shape;158;p10"/>
            <p:cNvGrpSpPr/>
            <p:nvPr/>
          </p:nvGrpSpPr>
          <p:grpSpPr>
            <a:xfrm>
              <a:off x="614628" y="0"/>
              <a:ext cx="370718" cy="370718"/>
              <a:chOff x="0" y="0"/>
              <a:chExt cx="812800" cy="812800"/>
            </a:xfrm>
          </p:grpSpPr>
          <p:sp>
            <p:nvSpPr>
              <p:cNvPr id="159" name="Google Shape;159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10"/>
            <p:cNvGrpSpPr/>
            <p:nvPr/>
          </p:nvGrpSpPr>
          <p:grpSpPr>
            <a:xfrm>
              <a:off x="1229255" y="0"/>
              <a:ext cx="370718" cy="370718"/>
              <a:chOff x="0" y="0"/>
              <a:chExt cx="812800" cy="812800"/>
            </a:xfrm>
          </p:grpSpPr>
          <p:sp>
            <p:nvSpPr>
              <p:cNvPr id="162" name="Google Shape;162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4" name="Google Shape;164;p10"/>
          <p:cNvGrpSpPr/>
          <p:nvPr/>
        </p:nvGrpSpPr>
        <p:grpSpPr>
          <a:xfrm rot="5477459">
            <a:off x="6961084" y="7527488"/>
            <a:ext cx="616909" cy="616909"/>
            <a:chOff x="0" y="0"/>
            <a:chExt cx="812800" cy="812800"/>
          </a:xfrm>
        </p:grpSpPr>
        <p:sp>
          <p:nvSpPr>
            <p:cNvPr id="165" name="Google Shape;165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6" name="Google Shape;166;p10"/>
            <p:cNvSpPr txBox="1"/>
            <p:nvPr/>
          </p:nvSpPr>
          <p:spPr>
            <a:xfrm>
              <a:off x="190500" y="142875"/>
              <a:ext cx="4317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0"/>
          <p:cNvGrpSpPr/>
          <p:nvPr/>
        </p:nvGrpSpPr>
        <p:grpSpPr>
          <a:xfrm rot="5477459">
            <a:off x="15872912" y="8686143"/>
            <a:ext cx="616909" cy="616909"/>
            <a:chOff x="0" y="0"/>
            <a:chExt cx="812800" cy="812800"/>
          </a:xfrm>
        </p:grpSpPr>
        <p:sp>
          <p:nvSpPr>
            <p:cNvPr id="168" name="Google Shape;16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9" name="Google Shape;169;p10"/>
            <p:cNvSpPr txBox="1"/>
            <p:nvPr/>
          </p:nvSpPr>
          <p:spPr>
            <a:xfrm>
              <a:off x="190500" y="142875"/>
              <a:ext cx="4317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0"/>
          <p:cNvGrpSpPr/>
          <p:nvPr/>
        </p:nvGrpSpPr>
        <p:grpSpPr>
          <a:xfrm>
            <a:off x="16998423" y="1350613"/>
            <a:ext cx="2578852" cy="2578852"/>
            <a:chOff x="0" y="0"/>
            <a:chExt cx="812800" cy="812800"/>
          </a:xfrm>
        </p:grpSpPr>
        <p:sp>
          <p:nvSpPr>
            <p:cNvPr id="171" name="Google Shape;171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ABC1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2" name="Google Shape;172;p10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0"/>
          <p:cNvGrpSpPr/>
          <p:nvPr/>
        </p:nvGrpSpPr>
        <p:grpSpPr>
          <a:xfrm>
            <a:off x="8288918" y="8997584"/>
            <a:ext cx="2578852" cy="2578852"/>
            <a:chOff x="0" y="0"/>
            <a:chExt cx="812800" cy="812800"/>
          </a:xfrm>
        </p:grpSpPr>
        <p:sp>
          <p:nvSpPr>
            <p:cNvPr id="174" name="Google Shape;174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7B4A7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5" name="Google Shape;175;p10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66325" y="1509750"/>
            <a:ext cx="1467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800"/>
              <a:buFont typeface="Anton"/>
              <a:buNone/>
              <a:defRPr sz="10800" i="0" u="none" strike="noStrike" cap="non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44257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•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683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–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•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–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»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•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•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•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683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nton"/>
              <a:buChar char="•"/>
              <a:defRPr sz="2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DDDE"/>
            </a:gs>
          </a:gsLst>
          <a:lin ang="0" scaled="0"/>
        </a:gra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7575" y="1289425"/>
            <a:ext cx="7301724" cy="76227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13"/>
          <p:cNvGrpSpPr/>
          <p:nvPr/>
        </p:nvGrpSpPr>
        <p:grpSpPr>
          <a:xfrm>
            <a:off x="875562" y="847874"/>
            <a:ext cx="8028910" cy="2066056"/>
            <a:chOff x="0" y="-47625"/>
            <a:chExt cx="2114610" cy="544147"/>
          </a:xfrm>
        </p:grpSpPr>
        <p:sp>
          <p:nvSpPr>
            <p:cNvPr id="271" name="Google Shape;271;p13"/>
            <p:cNvSpPr/>
            <p:nvPr/>
          </p:nvSpPr>
          <p:spPr>
            <a:xfrm>
              <a:off x="0" y="0"/>
              <a:ext cx="2114610" cy="496522"/>
            </a:xfrm>
            <a:custGeom>
              <a:avLst/>
              <a:gdLst/>
              <a:ahLst/>
              <a:cxnLst/>
              <a:rect l="l" t="t" r="r" b="b"/>
              <a:pathLst>
                <a:path w="2114610" h="496522" extrusionOk="0">
                  <a:moveTo>
                    <a:pt x="49177" y="0"/>
                  </a:moveTo>
                  <a:lnTo>
                    <a:pt x="2065433" y="0"/>
                  </a:lnTo>
                  <a:cubicBezTo>
                    <a:pt x="2092593" y="0"/>
                    <a:pt x="2114610" y="22017"/>
                    <a:pt x="2114610" y="49177"/>
                  </a:cubicBezTo>
                  <a:lnTo>
                    <a:pt x="2114610" y="447345"/>
                  </a:lnTo>
                  <a:cubicBezTo>
                    <a:pt x="2114610" y="474504"/>
                    <a:pt x="2092593" y="496522"/>
                    <a:pt x="2065433" y="496522"/>
                  </a:cubicBezTo>
                  <a:lnTo>
                    <a:pt x="49177" y="496522"/>
                  </a:lnTo>
                  <a:cubicBezTo>
                    <a:pt x="22017" y="496522"/>
                    <a:pt x="0" y="474504"/>
                    <a:pt x="0" y="447345"/>
                  </a:cubicBezTo>
                  <a:lnTo>
                    <a:pt x="0" y="49177"/>
                  </a:lnTo>
                  <a:cubicBezTo>
                    <a:pt x="0" y="22017"/>
                    <a:pt x="22017" y="0"/>
                    <a:pt x="49177" y="0"/>
                  </a:cubicBezTo>
                  <a:close/>
                </a:path>
              </a:pathLst>
            </a:custGeom>
            <a:solidFill>
              <a:srgbClr val="F0ABC1"/>
            </a:solidFill>
            <a:ln w="38100" cap="rnd" cmpd="sng">
              <a:solidFill>
                <a:srgbClr val="143C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3"/>
            <p:cNvSpPr txBox="1"/>
            <p:nvPr/>
          </p:nvSpPr>
          <p:spPr>
            <a:xfrm>
              <a:off x="0" y="-47625"/>
              <a:ext cx="2114610" cy="5441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3"/>
          <p:cNvSpPr txBox="1"/>
          <p:nvPr/>
        </p:nvSpPr>
        <p:spPr>
          <a:xfrm>
            <a:off x="1334976" y="1099124"/>
            <a:ext cx="714840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98"/>
              </a:lnSpc>
            </a:pPr>
            <a:r>
              <a:rPr lang="en-US" sz="9600" dirty="0" smtClean="0"/>
              <a:t>{title}</a:t>
            </a:r>
            <a:endParaRPr/>
          </a:p>
        </p:txBody>
      </p:sp>
      <p:sp>
        <p:nvSpPr>
          <p:cNvPr id="274" name="Google Shape;274;p13"/>
          <p:cNvSpPr txBox="1"/>
          <p:nvPr/>
        </p:nvSpPr>
        <p:spPr>
          <a:xfrm>
            <a:off x="1028700" y="3191625"/>
            <a:ext cx="8498700" cy="56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3200" dirty="0" smtClean="0"/>
              <a:t>{bullets}</a:t>
            </a:r>
            <a:endParaRPr sz="3200"/>
          </a:p>
        </p:txBody>
      </p:sp>
      <p:grpSp>
        <p:nvGrpSpPr>
          <p:cNvPr id="275" name="Google Shape;275;p13"/>
          <p:cNvGrpSpPr/>
          <p:nvPr/>
        </p:nvGrpSpPr>
        <p:grpSpPr>
          <a:xfrm>
            <a:off x="16496692" y="419921"/>
            <a:ext cx="1199962" cy="278020"/>
            <a:chOff x="0" y="0"/>
            <a:chExt cx="1599949" cy="370694"/>
          </a:xfrm>
        </p:grpSpPr>
        <p:grpSp>
          <p:nvGrpSpPr>
            <p:cNvPr id="276" name="Google Shape;276;p13"/>
            <p:cNvGrpSpPr/>
            <p:nvPr/>
          </p:nvGrpSpPr>
          <p:grpSpPr>
            <a:xfrm>
              <a:off x="0" y="0"/>
              <a:ext cx="370694" cy="370694"/>
              <a:chOff x="0" y="0"/>
              <a:chExt cx="812800" cy="812800"/>
            </a:xfrm>
          </p:grpSpPr>
          <p:sp>
            <p:nvSpPr>
              <p:cNvPr id="277" name="Google Shape;277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" name="Google Shape;279;p13"/>
            <p:cNvGrpSpPr/>
            <p:nvPr/>
          </p:nvGrpSpPr>
          <p:grpSpPr>
            <a:xfrm>
              <a:off x="614628" y="0"/>
              <a:ext cx="370694" cy="370694"/>
              <a:chOff x="0" y="0"/>
              <a:chExt cx="812800" cy="812800"/>
            </a:xfrm>
          </p:grpSpPr>
          <p:sp>
            <p:nvSpPr>
              <p:cNvPr id="280" name="Google Shape;280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2" name="Google Shape;282;p13"/>
            <p:cNvGrpSpPr/>
            <p:nvPr/>
          </p:nvGrpSpPr>
          <p:grpSpPr>
            <a:xfrm>
              <a:off x="1229255" y="0"/>
              <a:ext cx="370694" cy="370694"/>
              <a:chOff x="0" y="0"/>
              <a:chExt cx="812800" cy="812800"/>
            </a:xfrm>
          </p:grpSpPr>
          <p:sp>
            <p:nvSpPr>
              <p:cNvPr id="283" name="Google Shape;283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ABC1"/>
              </a:solidFill>
              <a:ln w="38100" cap="sq" cmpd="sng">
                <a:solidFill>
                  <a:srgbClr val="143C3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5" name="Google Shape;285;p13"/>
          <p:cNvGrpSpPr/>
          <p:nvPr/>
        </p:nvGrpSpPr>
        <p:grpSpPr>
          <a:xfrm>
            <a:off x="9697372" y="-1289416"/>
            <a:ext cx="2578831" cy="2578831"/>
            <a:chOff x="0" y="0"/>
            <a:chExt cx="812800" cy="812800"/>
          </a:xfrm>
        </p:grpSpPr>
        <p:sp>
          <p:nvSpPr>
            <p:cNvPr id="286" name="Google Shape;286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4DDDE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7" name="Google Shape;287;p13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3"/>
          <p:cNvGrpSpPr/>
          <p:nvPr/>
        </p:nvGrpSpPr>
        <p:grpSpPr>
          <a:xfrm rot="5477323">
            <a:off x="10993647" y="3120124"/>
            <a:ext cx="616894" cy="616894"/>
            <a:chOff x="0" y="0"/>
            <a:chExt cx="812800" cy="812800"/>
          </a:xfrm>
        </p:grpSpPr>
        <p:sp>
          <p:nvSpPr>
            <p:cNvPr id="289" name="Google Shape;289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90" name="Google Shape;290;p13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13"/>
          <p:cNvGrpSpPr/>
          <p:nvPr/>
        </p:nvGrpSpPr>
        <p:grpSpPr>
          <a:xfrm rot="5477323">
            <a:off x="17266159" y="1780918"/>
            <a:ext cx="616894" cy="616894"/>
            <a:chOff x="0" y="0"/>
            <a:chExt cx="812800" cy="812800"/>
          </a:xfrm>
        </p:grpSpPr>
        <p:sp>
          <p:nvSpPr>
            <p:cNvPr id="292" name="Google Shape;292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38100" cap="sq" cmpd="sng">
              <a:solidFill>
                <a:srgbClr val="143C3C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93" name="Google Shape;293;p13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roduct Competitive Analysis     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F7B4A7"/>
      </a:lt2>
      <a:accent1>
        <a:srgbClr val="CDFFD8"/>
      </a:accent1>
      <a:accent2>
        <a:srgbClr val="143C3C"/>
      </a:accent2>
      <a:accent3>
        <a:srgbClr val="94DDDE"/>
      </a:accent3>
      <a:accent4>
        <a:srgbClr val="F0ABC1"/>
      </a:accent4>
      <a:accent5>
        <a:srgbClr val="888888"/>
      </a:accent5>
      <a:accent6>
        <a:srgbClr val="F7B4A7"/>
      </a:accent6>
      <a:hlink>
        <a:srgbClr val="CDFFD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Anton</vt:lpstr>
      <vt:lpstr>Product Competitive Analysis     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2026-09-09T05:24:44Z</dcterms:modified>
</cp:coreProperties>
</file>