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Anton" charset="0"/>
      <p:regular r:id="rId8"/>
    </p:embeddedFont>
    <p:embeddedFont>
      <p:font typeface="Open Sans" charset="0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-748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85800" y="1978025"/>
            <a:ext cx="136263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5006400" y="6111475"/>
            <a:ext cx="827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" name="Google Shape;13;p3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685800" y="2103450"/>
            <a:ext cx="1360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483900" y="5094250"/>
            <a:ext cx="5320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23" name="Google Shape;23;p4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4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31732" y="1233825"/>
            <a:ext cx="120477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375823" y="6947350"/>
            <a:ext cx="6612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33" name="Google Shape;33;p5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5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685800" y="2103450"/>
            <a:ext cx="1360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4061200" y="5250400"/>
            <a:ext cx="4988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9238100" y="5250400"/>
            <a:ext cx="4988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44" name="Google Shape;44;p6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6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47" name="Google Shape;47;p6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48" name="Google Shape;48;p6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685800" y="2103450"/>
            <a:ext cx="1360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3732468" y="5219975"/>
            <a:ext cx="5942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9485541" y="5219975"/>
            <a:ext cx="5070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55" name="Google Shape;55;p7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7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57" name="Google Shape;57;p7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59" name="Google Shape;59;p7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685800" y="2103450"/>
            <a:ext cx="1360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64" name="Google Shape;64;p8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8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66" name="Google Shape;66;p8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67" name="Google Shape;67;p8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68" name="Google Shape;68;p8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654450" y="3000600"/>
            <a:ext cx="131010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9755025" y="4821150"/>
            <a:ext cx="5111700" cy="41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3421250" y="5026750"/>
            <a:ext cx="5534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75" name="Google Shape;75;p9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9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77" name="Google Shape;77;p9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78" name="Google Shape;78;p9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79" name="Google Shape;79;p9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80" name="Google Shape;80;p9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649298" y="3505200"/>
            <a:ext cx="12157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Font typeface="Anton"/>
              <a:buNone/>
              <a:defRPr sz="90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>
            <a:spLocks noGrp="1"/>
          </p:cNvSpPr>
          <p:nvPr>
            <p:ph type="pic" idx="2"/>
          </p:nvPr>
        </p:nvSpPr>
        <p:spPr>
          <a:xfrm>
            <a:off x="10564173" y="5269750"/>
            <a:ext cx="4659300" cy="34944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"/>
          <p:cNvSpPr txBox="1">
            <a:spLocks noGrp="1"/>
          </p:cNvSpPr>
          <p:nvPr>
            <p:ph type="body" idx="1"/>
          </p:nvPr>
        </p:nvSpPr>
        <p:spPr>
          <a:xfrm>
            <a:off x="2681613" y="52697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86" name="Google Shape;86;p10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0"/>
          <p:cNvSpPr txBox="1"/>
          <p:nvPr/>
        </p:nvSpPr>
        <p:spPr>
          <a:xfrm>
            <a:off x="13950174" y="428625"/>
            <a:ext cx="90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16357926" y="428625"/>
            <a:ext cx="107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89" name="Google Shape;89;p10"/>
          <p:cNvSpPr txBox="1"/>
          <p:nvPr/>
        </p:nvSpPr>
        <p:spPr>
          <a:xfrm>
            <a:off x="11629348" y="428625"/>
            <a:ext cx="98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90" name="Google Shape;90;p10"/>
          <p:cNvSpPr txBox="1"/>
          <p:nvPr/>
        </p:nvSpPr>
        <p:spPr>
          <a:xfrm>
            <a:off x="9390236" y="428626"/>
            <a:ext cx="58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91" name="Google Shape;91;p10"/>
          <p:cNvSpPr txBox="1"/>
          <p:nvPr/>
        </p:nvSpPr>
        <p:spPr>
          <a:xfrm>
            <a:off x="1827726" y="428625"/>
            <a:ext cx="66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85800" y="2103450"/>
            <a:ext cx="13601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nton"/>
              <a:buNone/>
              <a:defRPr sz="90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50357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–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–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»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Char char="•"/>
              <a:defRPr sz="24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135" r="-1134"/>
            </a:stretch>
          </a:blipFill>
          <a:ln>
            <a:noFill/>
          </a:ln>
        </p:spPr>
      </p:sp>
      <p:pic>
        <p:nvPicPr>
          <p:cNvPr id="97" name="Google Shape;9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50" y="-65950"/>
            <a:ext cx="18271949" cy="104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899340" y="4812771"/>
            <a:ext cx="4693179" cy="4693179"/>
          </a:xfrm>
          <a:custGeom>
            <a:avLst/>
            <a:gdLst/>
            <a:ahLst/>
            <a:cxnLst/>
            <a:rect l="l" t="t" r="r" b="b"/>
            <a:pathLst>
              <a:path w="4693179" h="4693179" extrusionOk="0">
                <a:moveTo>
                  <a:pt x="0" y="0"/>
                </a:moveTo>
                <a:lnTo>
                  <a:pt x="4693179" y="0"/>
                </a:lnTo>
                <a:lnTo>
                  <a:pt x="4693179" y="4693179"/>
                </a:lnTo>
                <a:lnTo>
                  <a:pt x="0" y="469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11"/>
          <p:cNvSpPr/>
          <p:nvPr/>
        </p:nvSpPr>
        <p:spPr>
          <a:xfrm>
            <a:off x="4844454" y="1446558"/>
            <a:ext cx="1856734" cy="1856734"/>
          </a:xfrm>
          <a:custGeom>
            <a:avLst/>
            <a:gdLst/>
            <a:ahLst/>
            <a:cxnLst/>
            <a:rect l="l" t="t" r="r" b="b"/>
            <a:pathLst>
              <a:path w="1856734" h="1856734" extrusionOk="0">
                <a:moveTo>
                  <a:pt x="0" y="0"/>
                </a:moveTo>
                <a:lnTo>
                  <a:pt x="1856733" y="0"/>
                </a:lnTo>
                <a:lnTo>
                  <a:pt x="1856733" y="1856734"/>
                </a:lnTo>
                <a:lnTo>
                  <a:pt x="0" y="185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>
            <a:off x="15179508" y="6554262"/>
            <a:ext cx="1691377" cy="1691377"/>
          </a:xfrm>
          <a:custGeom>
            <a:avLst/>
            <a:gdLst/>
            <a:ahLst/>
            <a:cxnLst/>
            <a:rect l="l" t="t" r="r" b="b"/>
            <a:pathLst>
              <a:path w="1691377" h="1691377" extrusionOk="0">
                <a:moveTo>
                  <a:pt x="0" y="0"/>
                </a:moveTo>
                <a:lnTo>
                  <a:pt x="1691377" y="0"/>
                </a:lnTo>
                <a:lnTo>
                  <a:pt x="1691377" y="1691377"/>
                </a:lnTo>
                <a:lnTo>
                  <a:pt x="0" y="1691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1"/>
          <p:cNvSpPr/>
          <p:nvPr/>
        </p:nvSpPr>
        <p:spPr>
          <a:xfrm>
            <a:off x="3596050" y="7351586"/>
            <a:ext cx="1894772" cy="1894772"/>
          </a:xfrm>
          <a:custGeom>
            <a:avLst/>
            <a:gdLst/>
            <a:ahLst/>
            <a:cxnLst/>
            <a:rect l="l" t="t" r="r" b="b"/>
            <a:pathLst>
              <a:path w="1894772" h="1894772" extrusionOk="0">
                <a:moveTo>
                  <a:pt x="0" y="0"/>
                </a:moveTo>
                <a:lnTo>
                  <a:pt x="1894772" y="0"/>
                </a:lnTo>
                <a:lnTo>
                  <a:pt x="1894772" y="1894771"/>
                </a:lnTo>
                <a:lnTo>
                  <a:pt x="0" y="18947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1"/>
          <p:cNvSpPr/>
          <p:nvPr/>
        </p:nvSpPr>
        <p:spPr>
          <a:xfrm>
            <a:off x="12402025" y="3983987"/>
            <a:ext cx="1093172" cy="1093172"/>
          </a:xfrm>
          <a:custGeom>
            <a:avLst/>
            <a:gdLst/>
            <a:ahLst/>
            <a:cxnLst/>
            <a:rect l="l" t="t" r="r" b="b"/>
            <a:pathLst>
              <a:path w="1093172" h="1093172" extrusionOk="0">
                <a:moveTo>
                  <a:pt x="0" y="0"/>
                </a:moveTo>
                <a:lnTo>
                  <a:pt x="1093172" y="0"/>
                </a:lnTo>
                <a:lnTo>
                  <a:pt x="1093172" y="1093173"/>
                </a:lnTo>
                <a:lnTo>
                  <a:pt x="0" y="10931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1"/>
          <p:cNvGrpSpPr/>
          <p:nvPr/>
        </p:nvGrpSpPr>
        <p:grpSpPr>
          <a:xfrm rot="4613748">
            <a:off x="1670177" y="5583608"/>
            <a:ext cx="3151504" cy="3151504"/>
            <a:chOff x="0" y="0"/>
            <a:chExt cx="812800" cy="812800"/>
          </a:xfrm>
        </p:grpSpPr>
        <p:sp>
          <p:nvSpPr>
            <p:cNvPr id="104" name="Google Shape;10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B01A3"/>
                </a:gs>
                <a:gs pos="100000">
                  <a:srgbClr val="E61EB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1"/>
          <p:cNvGrpSpPr/>
          <p:nvPr/>
        </p:nvGrpSpPr>
        <p:grpSpPr>
          <a:xfrm rot="-2225497">
            <a:off x="5143527" y="1745632"/>
            <a:ext cx="1258586" cy="1258586"/>
            <a:chOff x="0" y="0"/>
            <a:chExt cx="812800" cy="812800"/>
          </a:xfrm>
        </p:grpSpPr>
        <p:sp>
          <p:nvSpPr>
            <p:cNvPr id="107" name="Google Shape;10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B01A3"/>
                </a:gs>
                <a:gs pos="100000">
                  <a:srgbClr val="E61EB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1"/>
          <p:cNvSpPr/>
          <p:nvPr/>
        </p:nvSpPr>
        <p:spPr>
          <a:xfrm>
            <a:off x="13208099" y="2025735"/>
            <a:ext cx="4180561" cy="4180561"/>
          </a:xfrm>
          <a:custGeom>
            <a:avLst/>
            <a:gdLst/>
            <a:ahLst/>
            <a:cxnLst/>
            <a:rect l="l" t="t" r="r" b="b"/>
            <a:pathLst>
              <a:path w="4180561" h="4180561" extrusionOk="0">
                <a:moveTo>
                  <a:pt x="0" y="0"/>
                </a:moveTo>
                <a:lnTo>
                  <a:pt x="4180561" y="0"/>
                </a:lnTo>
                <a:lnTo>
                  <a:pt x="4180561" y="4180561"/>
                </a:lnTo>
                <a:lnTo>
                  <a:pt x="0" y="41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0" name="Google Shape;110;p11"/>
          <p:cNvGrpSpPr/>
          <p:nvPr/>
        </p:nvGrpSpPr>
        <p:grpSpPr>
          <a:xfrm rot="-2225497">
            <a:off x="12572813" y="4154776"/>
            <a:ext cx="751596" cy="751596"/>
            <a:chOff x="0" y="0"/>
            <a:chExt cx="812800" cy="812800"/>
          </a:xfrm>
        </p:grpSpPr>
        <p:sp>
          <p:nvSpPr>
            <p:cNvPr id="111" name="Google Shape;11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B01A3"/>
                </a:gs>
                <a:gs pos="100000">
                  <a:srgbClr val="E61EB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1"/>
          <p:cNvGrpSpPr/>
          <p:nvPr/>
        </p:nvGrpSpPr>
        <p:grpSpPr>
          <a:xfrm rot="-5400000">
            <a:off x="13904859" y="2782375"/>
            <a:ext cx="2787041" cy="2787041"/>
            <a:chOff x="0" y="0"/>
            <a:chExt cx="812800" cy="812800"/>
          </a:xfrm>
        </p:grpSpPr>
        <p:sp>
          <p:nvSpPr>
            <p:cNvPr id="114" name="Google Shape;11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B01A3"/>
                </a:gs>
                <a:gs pos="100000">
                  <a:srgbClr val="E61EB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1"/>
          <p:cNvGrpSpPr/>
          <p:nvPr/>
        </p:nvGrpSpPr>
        <p:grpSpPr>
          <a:xfrm rot="2837915">
            <a:off x="15510845" y="6885599"/>
            <a:ext cx="1028703" cy="1028703"/>
            <a:chOff x="0" y="0"/>
            <a:chExt cx="812800" cy="812800"/>
          </a:xfrm>
        </p:grpSpPr>
        <p:sp>
          <p:nvSpPr>
            <p:cNvPr id="117" name="Google Shape;11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B01A3"/>
                </a:gs>
                <a:gs pos="100000">
                  <a:srgbClr val="E61EB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1"/>
          <p:cNvGrpSpPr/>
          <p:nvPr/>
        </p:nvGrpSpPr>
        <p:grpSpPr>
          <a:xfrm rot="4613748">
            <a:off x="3909019" y="7664554"/>
            <a:ext cx="1268835" cy="1268835"/>
            <a:chOff x="0" y="0"/>
            <a:chExt cx="812800" cy="812800"/>
          </a:xfrm>
        </p:grpSpPr>
        <p:sp>
          <p:nvSpPr>
            <p:cNvPr id="120" name="Google Shape;12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1B01A3"/>
                </a:gs>
                <a:gs pos="100000">
                  <a:srgbClr val="E61EBD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1"/>
          <p:cNvGrpSpPr/>
          <p:nvPr/>
        </p:nvGrpSpPr>
        <p:grpSpPr>
          <a:xfrm>
            <a:off x="3461339" y="2077210"/>
            <a:ext cx="11162480" cy="5828892"/>
            <a:chOff x="0" y="-38100"/>
            <a:chExt cx="3255376" cy="1699912"/>
          </a:xfrm>
        </p:grpSpPr>
        <p:sp>
          <p:nvSpPr>
            <p:cNvPr id="123" name="Google Shape;123;p11"/>
            <p:cNvSpPr/>
            <p:nvPr/>
          </p:nvSpPr>
          <p:spPr>
            <a:xfrm>
              <a:off x="0" y="0"/>
              <a:ext cx="3255376" cy="1661812"/>
            </a:xfrm>
            <a:custGeom>
              <a:avLst/>
              <a:gdLst/>
              <a:ahLst/>
              <a:cxnLst/>
              <a:rect l="l" t="t" r="r" b="b"/>
              <a:pathLst>
                <a:path w="3255376" h="1661812" extrusionOk="0">
                  <a:moveTo>
                    <a:pt x="35372" y="0"/>
                  </a:moveTo>
                  <a:lnTo>
                    <a:pt x="3220004" y="0"/>
                  </a:lnTo>
                  <a:cubicBezTo>
                    <a:pt x="3229385" y="0"/>
                    <a:pt x="3238382" y="3727"/>
                    <a:pt x="3245015" y="10360"/>
                  </a:cubicBezTo>
                  <a:cubicBezTo>
                    <a:pt x="3251649" y="16994"/>
                    <a:pt x="3255376" y="25991"/>
                    <a:pt x="3255376" y="35372"/>
                  </a:cubicBezTo>
                  <a:lnTo>
                    <a:pt x="3255376" y="1626440"/>
                  </a:lnTo>
                  <a:cubicBezTo>
                    <a:pt x="3255376" y="1635821"/>
                    <a:pt x="3251649" y="1644818"/>
                    <a:pt x="3245015" y="1651452"/>
                  </a:cubicBezTo>
                  <a:cubicBezTo>
                    <a:pt x="3238382" y="1658085"/>
                    <a:pt x="3229385" y="1661812"/>
                    <a:pt x="3220004" y="1661812"/>
                  </a:cubicBezTo>
                  <a:lnTo>
                    <a:pt x="35372" y="1661812"/>
                  </a:lnTo>
                  <a:cubicBezTo>
                    <a:pt x="25991" y="1661812"/>
                    <a:pt x="16994" y="1658085"/>
                    <a:pt x="10360" y="1651452"/>
                  </a:cubicBezTo>
                  <a:cubicBezTo>
                    <a:pt x="3727" y="1644818"/>
                    <a:pt x="0" y="1635821"/>
                    <a:pt x="0" y="1626440"/>
                  </a:cubicBezTo>
                  <a:lnTo>
                    <a:pt x="0" y="35372"/>
                  </a:lnTo>
                  <a:cubicBezTo>
                    <a:pt x="0" y="25991"/>
                    <a:pt x="3727" y="16994"/>
                    <a:pt x="10360" y="10360"/>
                  </a:cubicBezTo>
                  <a:cubicBezTo>
                    <a:pt x="16994" y="3727"/>
                    <a:pt x="25991" y="0"/>
                    <a:pt x="35372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 txBox="1"/>
            <p:nvPr/>
          </p:nvSpPr>
          <p:spPr>
            <a:xfrm>
              <a:off x="0" y="-38100"/>
              <a:ext cx="3255376" cy="1699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1"/>
          <p:cNvGrpSpPr/>
          <p:nvPr/>
        </p:nvGrpSpPr>
        <p:grpSpPr>
          <a:xfrm>
            <a:off x="3170903" y="1548581"/>
            <a:ext cx="11857703" cy="6858000"/>
            <a:chOff x="-416600" y="-38100"/>
            <a:chExt cx="3896844" cy="1599212"/>
          </a:xfrm>
        </p:grpSpPr>
        <p:sp>
          <p:nvSpPr>
            <p:cNvPr id="126" name="Google Shape;126;p11"/>
            <p:cNvSpPr/>
            <p:nvPr/>
          </p:nvSpPr>
          <p:spPr>
            <a:xfrm>
              <a:off x="-416600" y="0"/>
              <a:ext cx="3896844" cy="1561112"/>
            </a:xfrm>
            <a:custGeom>
              <a:avLst/>
              <a:gdLst/>
              <a:ahLst/>
              <a:cxnLst/>
              <a:rect l="l" t="t" r="r" b="b"/>
              <a:pathLst>
                <a:path w="3185137" h="1561112" extrusionOk="0">
                  <a:moveTo>
                    <a:pt x="36152" y="0"/>
                  </a:moveTo>
                  <a:lnTo>
                    <a:pt x="3148986" y="0"/>
                  </a:lnTo>
                  <a:cubicBezTo>
                    <a:pt x="3168952" y="0"/>
                    <a:pt x="3185137" y="16186"/>
                    <a:pt x="3185137" y="36152"/>
                  </a:cubicBezTo>
                  <a:lnTo>
                    <a:pt x="3185137" y="1524961"/>
                  </a:lnTo>
                  <a:cubicBezTo>
                    <a:pt x="3185137" y="1534549"/>
                    <a:pt x="3181328" y="1543744"/>
                    <a:pt x="3174549" y="1550524"/>
                  </a:cubicBezTo>
                  <a:cubicBezTo>
                    <a:pt x="3167769" y="1557303"/>
                    <a:pt x="3158573" y="1561112"/>
                    <a:pt x="3148986" y="1561112"/>
                  </a:cubicBezTo>
                  <a:lnTo>
                    <a:pt x="36152" y="1561112"/>
                  </a:lnTo>
                  <a:cubicBezTo>
                    <a:pt x="26564" y="1561112"/>
                    <a:pt x="17368" y="1557303"/>
                    <a:pt x="10589" y="1550524"/>
                  </a:cubicBezTo>
                  <a:cubicBezTo>
                    <a:pt x="3809" y="1543744"/>
                    <a:pt x="0" y="1534549"/>
                    <a:pt x="0" y="1524961"/>
                  </a:cubicBezTo>
                  <a:lnTo>
                    <a:pt x="0" y="36152"/>
                  </a:lnTo>
                  <a:cubicBezTo>
                    <a:pt x="0" y="16186"/>
                    <a:pt x="16186" y="0"/>
                    <a:pt x="361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 txBox="1"/>
            <p:nvPr/>
          </p:nvSpPr>
          <p:spPr>
            <a:xfrm>
              <a:off x="0" y="-38100"/>
              <a:ext cx="3185137" cy="1599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1"/>
          <p:cNvSpPr/>
          <p:nvPr/>
        </p:nvSpPr>
        <p:spPr>
          <a:xfrm>
            <a:off x="1028700" y="306805"/>
            <a:ext cx="634346" cy="529390"/>
          </a:xfrm>
          <a:custGeom>
            <a:avLst/>
            <a:gdLst/>
            <a:ahLst/>
            <a:cxnLst/>
            <a:rect l="l" t="t" r="r" b="b"/>
            <a:pathLst>
              <a:path w="634346" h="529390" extrusionOk="0">
                <a:moveTo>
                  <a:pt x="0" y="0"/>
                </a:moveTo>
                <a:lnTo>
                  <a:pt x="634346" y="0"/>
                </a:lnTo>
                <a:lnTo>
                  <a:pt x="634346" y="529391"/>
                </a:lnTo>
                <a:lnTo>
                  <a:pt x="0" y="529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p11"/>
          <p:cNvSpPr txBox="1"/>
          <p:nvPr/>
        </p:nvSpPr>
        <p:spPr>
          <a:xfrm>
            <a:off x="4114800" y="5143500"/>
            <a:ext cx="9815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9600" dirty="0" smtClean="0">
                <a:solidFill>
                  <a:schemeClr val="bg1"/>
                </a:solidFill>
              </a:rPr>
              <a:t>{bullets}</a:t>
            </a:r>
            <a:endParaRPr>
              <a:solidFill>
                <a:schemeClr val="bg1"/>
              </a:solidFill>
            </a:endParaRPr>
          </a:p>
        </p:txBody>
      </p:sp>
      <p:cxnSp>
        <p:nvCxnSpPr>
          <p:cNvPr id="135" name="Google Shape;135;p11"/>
          <p:cNvCxnSpPr/>
          <p:nvPr/>
        </p:nvCxnSpPr>
        <p:spPr>
          <a:xfrm>
            <a:off x="0" y="1076325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88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129;p11"/>
          <p:cNvSpPr txBox="1"/>
          <p:nvPr/>
        </p:nvSpPr>
        <p:spPr>
          <a:xfrm>
            <a:off x="4119716" y="2773926"/>
            <a:ext cx="9815100" cy="16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9600" dirty="0" smtClean="0">
                <a:solidFill>
                  <a:schemeClr val="bg1"/>
                </a:solidFill>
              </a:rPr>
              <a:t>{title}</a:t>
            </a:r>
            <a:r>
              <a:rPr lang="en-US" sz="10837" b="0" i="0" u="none" strike="noStrike" cap="none" dirty="0" smtClean="0">
                <a:solidFill>
                  <a:schemeClr val="bg1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Deck Competitor Analysis Slides   ">
  <a:themeElements>
    <a:clrScheme name="Office">
      <a:dk1>
        <a:srgbClr val="000000"/>
      </a:dk1>
      <a:lt1>
        <a:srgbClr val="FFFFFF"/>
      </a:lt1>
      <a:dk2>
        <a:srgbClr val="DB1DBC"/>
      </a:dk2>
      <a:lt2>
        <a:srgbClr val="38174E"/>
      </a:lt2>
      <a:accent1>
        <a:srgbClr val="1B01A3"/>
      </a:accent1>
      <a:accent2>
        <a:srgbClr val="443884"/>
      </a:accent2>
      <a:accent3>
        <a:srgbClr val="FFFFFF"/>
      </a:accent3>
      <a:accent4>
        <a:srgbClr val="888888"/>
      </a:accent4>
      <a:accent5>
        <a:srgbClr val="FFFFFF"/>
      </a:accent5>
      <a:accent6>
        <a:srgbClr val="DB1DBC"/>
      </a:accent6>
      <a:hlink>
        <a:srgbClr val="38174E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Anton</vt:lpstr>
      <vt:lpstr>Open Sans</vt:lpstr>
      <vt:lpstr>Pitch Deck Competitor Analysis Slides   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2026-09-08T17:24:16Z</dcterms:modified>
</cp:coreProperties>
</file>