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1" r:id="rId2"/>
  </p:sldIdLst>
  <p:sldSz cx="18288000" cy="102870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-696" y="-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/>
          <p:cNvPicPr preferRelativeResize="0"/>
          <p:nvPr/>
        </p:nvPicPr>
        <p:blipFill rotWithShape="1">
          <a:blip r:embed="rId3">
            <a:alphaModFix amt="90000"/>
          </a:blip>
          <a:srcRect l="1912" t="30337" r="725" b="27698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8"/>
          <p:cNvGrpSpPr/>
          <p:nvPr/>
        </p:nvGrpSpPr>
        <p:grpSpPr>
          <a:xfrm>
            <a:off x="1241591" y="870545"/>
            <a:ext cx="14182496" cy="1703566"/>
            <a:chOff x="0" y="-76200"/>
            <a:chExt cx="3735308" cy="448676"/>
          </a:xfrm>
        </p:grpSpPr>
        <p:sp>
          <p:nvSpPr>
            <p:cNvPr id="186" name="Google Shape;186;p18"/>
            <p:cNvSpPr/>
            <p:nvPr/>
          </p:nvSpPr>
          <p:spPr>
            <a:xfrm>
              <a:off x="0" y="0"/>
              <a:ext cx="3735308" cy="372476"/>
            </a:xfrm>
            <a:custGeom>
              <a:avLst/>
              <a:gdLst/>
              <a:ahLst/>
              <a:cxnLst/>
              <a:rect l="l" t="t" r="r" b="b"/>
              <a:pathLst>
                <a:path w="3735308" h="372476" extrusionOk="0">
                  <a:moveTo>
                    <a:pt x="0" y="0"/>
                  </a:moveTo>
                  <a:lnTo>
                    <a:pt x="3735308" y="0"/>
                  </a:lnTo>
                  <a:lnTo>
                    <a:pt x="3735308" y="372476"/>
                  </a:lnTo>
                  <a:lnTo>
                    <a:pt x="0" y="3724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7" name="Google Shape;187;p18"/>
            <p:cNvSpPr txBox="1"/>
            <p:nvPr/>
          </p:nvSpPr>
          <p:spPr>
            <a:xfrm>
              <a:off x="0" y="-76200"/>
              <a:ext cx="3735308" cy="448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4" name="Google Shape;194;p18"/>
          <p:cNvCxnSpPr/>
          <p:nvPr/>
        </p:nvCxnSpPr>
        <p:spPr>
          <a:xfrm>
            <a:off x="1028700" y="651273"/>
            <a:ext cx="16230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5" name="Google Shape;195;p18"/>
          <p:cNvCxnSpPr/>
          <p:nvPr/>
        </p:nvCxnSpPr>
        <p:spPr>
          <a:xfrm>
            <a:off x="1028700" y="9635727"/>
            <a:ext cx="16230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18"/>
          <p:cNvSpPr txBox="1"/>
          <p:nvPr/>
        </p:nvSpPr>
        <p:spPr>
          <a:xfrm>
            <a:off x="1677296" y="1048193"/>
            <a:ext cx="13517700" cy="1698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9600" dirty="0" smtClean="0"/>
              <a:t>{title}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 rot="-1713442">
            <a:off x="-695145" y="6527324"/>
            <a:ext cx="2955175" cy="4114800"/>
          </a:xfrm>
          <a:custGeom>
            <a:avLst/>
            <a:gdLst/>
            <a:ahLst/>
            <a:cxnLst/>
            <a:rect l="l" t="t" r="r" b="b"/>
            <a:pathLst>
              <a:path w="2955175" h="4114800" extrusionOk="0">
                <a:moveTo>
                  <a:pt x="0" y="0"/>
                </a:moveTo>
                <a:lnTo>
                  <a:pt x="2955174" y="0"/>
                </a:lnTo>
                <a:lnTo>
                  <a:pt x="29551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8" name="Google Shape;198;p18"/>
          <p:cNvSpPr/>
          <p:nvPr/>
        </p:nvSpPr>
        <p:spPr>
          <a:xfrm rot="4013453">
            <a:off x="16125173" y="-1673037"/>
            <a:ext cx="2955175" cy="4114800"/>
          </a:xfrm>
          <a:custGeom>
            <a:avLst/>
            <a:gdLst/>
            <a:ahLst/>
            <a:cxnLst/>
            <a:rect l="l" t="t" r="r" b="b"/>
            <a:pathLst>
              <a:path w="2955175" h="4114800" extrusionOk="0">
                <a:moveTo>
                  <a:pt x="0" y="0"/>
                </a:moveTo>
                <a:lnTo>
                  <a:pt x="2955174" y="0"/>
                </a:lnTo>
                <a:lnTo>
                  <a:pt x="29551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9" name="Google Shape;199;p18"/>
          <p:cNvSpPr txBox="1"/>
          <p:nvPr/>
        </p:nvSpPr>
        <p:spPr>
          <a:xfrm>
            <a:off x="1092383" y="2831501"/>
            <a:ext cx="14598899" cy="63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9013"/>
              </a:lnSpc>
            </a:pPr>
            <a:r>
              <a:rPr lang="en-US" sz="3200" dirty="0" smtClean="0"/>
              <a:t>{bullets}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1</cp:revision>
  <dcterms:modified xsi:type="dcterms:W3CDTF">2026-09-09T06:06:49Z</dcterms:modified>
</cp:coreProperties>
</file>