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4"/>
  </p:notesMasterIdLst>
  <p:sldIdLst>
    <p:sldId id="257" r:id="rId3"/>
  </p:sldIdLst>
  <p:sldSz cx="9144000" cy="5143500" type="screen16x9"/>
  <p:notesSz cx="6858000" cy="9144000"/>
  <p:embeddedFontLst>
    <p:embeddedFont>
      <p:font typeface="Calibri" pitchFamily="3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D39ACF42-80F0-4E5E-B95B-797649155533}">
  <a:tblStyle styleId="{D39ACF42-80F0-4E5E-B95B-7976491555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-676" y="-6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b0e7df1845_2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1b0e7df1845_2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6"/>
          <p:cNvPicPr preferRelativeResize="0"/>
          <p:nvPr/>
        </p:nvPicPr>
        <p:blipFill rotWithShape="1">
          <a:blip r:embed="rId3">
            <a:alphaModFix/>
          </a:blip>
          <a:srcRect l="15133" t="14152" r="22781" b="3343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 txBox="1"/>
          <p:nvPr/>
        </p:nvSpPr>
        <p:spPr>
          <a:xfrm>
            <a:off x="382676" y="130271"/>
            <a:ext cx="5838319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4000" dirty="0" smtClean="0">
                <a:solidFill>
                  <a:schemeClr val="bg1"/>
                </a:solidFill>
              </a:rPr>
              <a:t>{</a:t>
            </a:r>
            <a:r>
              <a:rPr lang="en-US" sz="4000" dirty="0" smtClean="0">
                <a:solidFill>
                  <a:schemeClr val="bg1"/>
                </a:solidFill>
              </a:rPr>
              <a:t>title}</a:t>
            </a:r>
            <a:endParaRPr sz="700"/>
          </a:p>
        </p:txBody>
      </p:sp>
      <p:sp>
        <p:nvSpPr>
          <p:cNvPr id="147" name="Google Shape;147;p26"/>
          <p:cNvSpPr txBox="1"/>
          <p:nvPr/>
        </p:nvSpPr>
        <p:spPr>
          <a:xfrm>
            <a:off x="437439" y="1146270"/>
            <a:ext cx="6394958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14"/>
              </a:lnSpc>
            </a:pPr>
            <a:r>
              <a:rPr lang="en-US" sz="1800" dirty="0" smtClean="0">
                <a:solidFill>
                  <a:schemeClr val="bg1"/>
                </a:solidFill>
              </a:rPr>
              <a:t>{bullets}</a:t>
            </a:r>
            <a:endParaRPr sz="1800">
              <a:solidFill>
                <a:schemeClr val="bg1"/>
              </a:solidFill>
            </a:endParaRPr>
          </a:p>
        </p:txBody>
      </p:sp>
      <p:pic>
        <p:nvPicPr>
          <p:cNvPr id="155" name="Google Shape;155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2236" y="-381455"/>
            <a:ext cx="2120647" cy="2223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3081666">
            <a:off x="-114743" y="3929133"/>
            <a:ext cx="2120647" cy="2223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PresentationFormat>On-screen Show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Simple Light</vt:lpstr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PMYLS</dc:creator>
  <cp:lastModifiedBy>PMLS</cp:lastModifiedBy>
  <cp:revision>1</cp:revision>
  <dcterms:modified xsi:type="dcterms:W3CDTF">2026-09-08T17:19:12Z</dcterms:modified>
</cp:coreProperties>
</file>