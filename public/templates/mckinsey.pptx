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3"/>
  </p:notesMasterIdLst>
  <p:sldIdLst>
    <p:sldId id="270" r:id="rId2"/>
  </p:sldIdLst>
  <p:sldSz cx="18288000" cy="10287000"/>
  <p:notesSz cx="6858000" cy="9144000"/>
  <p:embeddedFontLst>
    <p:embeddedFont>
      <p:font typeface="Josefin Sans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-7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1223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799504" y="80057"/>
            <a:ext cx="13975823" cy="991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2453" y="7207786"/>
            <a:ext cx="2734975" cy="26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33615" y="7411"/>
            <a:ext cx="9849799" cy="10281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787" y="-545656"/>
            <a:ext cx="2517775" cy="250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9779741"/>
            <a:ext cx="18288000" cy="50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F4F7E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49400" y="7964736"/>
            <a:ext cx="7109900" cy="206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301" y="7060493"/>
            <a:ext cx="3200649" cy="311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979101" y="2353033"/>
            <a:ext cx="12099402" cy="7681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4"/>
          <p:cNvGrpSpPr/>
          <p:nvPr/>
        </p:nvGrpSpPr>
        <p:grpSpPr>
          <a:xfrm>
            <a:off x="0" y="9781463"/>
            <a:ext cx="18288000" cy="505537"/>
            <a:chOff x="0" y="0"/>
            <a:chExt cx="24384000" cy="674049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7771615" cy="674049"/>
            </a:xfrm>
            <a:custGeom>
              <a:avLst/>
              <a:gdLst/>
              <a:ahLst/>
              <a:cxnLst/>
              <a:rect l="l" t="t" r="r" b="b"/>
              <a:pathLst>
                <a:path w="7771615" h="674049" extrusionOk="0">
                  <a:moveTo>
                    <a:pt x="0" y="0"/>
                  </a:moveTo>
                  <a:lnTo>
                    <a:pt x="7771615" y="0"/>
                  </a:lnTo>
                  <a:lnTo>
                    <a:pt x="7771615" y="674049"/>
                  </a:lnTo>
                  <a:lnTo>
                    <a:pt x="0" y="6740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22127" t="-2321307" r="-78998"/>
              </a:stretch>
            </a:blipFill>
            <a:ln>
              <a:noFill/>
            </a:ln>
          </p:spPr>
        </p:sp>
        <p:sp>
          <p:nvSpPr>
            <p:cNvPr id="27" name="Google Shape;27;p4"/>
            <p:cNvSpPr/>
            <p:nvPr/>
          </p:nvSpPr>
          <p:spPr>
            <a:xfrm flipH="1">
              <a:off x="7758915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28" name="Google Shape;28;p4"/>
            <p:cNvSpPr/>
            <p:nvPr/>
          </p:nvSpPr>
          <p:spPr>
            <a:xfrm flipH="1">
              <a:off x="11782528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2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2" y="674049"/>
                  </a:lnTo>
                  <a:lnTo>
                    <a:pt x="4036312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29" name="Google Shape;29;p4"/>
            <p:cNvSpPr/>
            <p:nvPr/>
          </p:nvSpPr>
          <p:spPr>
            <a:xfrm flipH="1">
              <a:off x="15793440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30" name="Google Shape;30;p4"/>
            <p:cNvSpPr/>
            <p:nvPr/>
          </p:nvSpPr>
          <p:spPr>
            <a:xfrm flipH="1">
              <a:off x="19336710" y="0"/>
              <a:ext cx="5047290" cy="674049"/>
            </a:xfrm>
            <a:custGeom>
              <a:avLst/>
              <a:gdLst/>
              <a:ahLst/>
              <a:cxnLst/>
              <a:rect l="l" t="t" r="r" b="b"/>
              <a:pathLst>
                <a:path w="5047290" h="674049" extrusionOk="0">
                  <a:moveTo>
                    <a:pt x="5047290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5047290" y="674049"/>
                  </a:lnTo>
                  <a:lnTo>
                    <a:pt x="504729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35355" t="-2321307" r="-174318"/>
              </a:stretch>
            </a:blipFill>
            <a:ln>
              <a:noFill/>
            </a:ln>
          </p:spPr>
        </p:sp>
      </p:grpSp>
      <p:pic>
        <p:nvPicPr>
          <p:cNvPr id="31" name="Google Shape;31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84522" y="1822507"/>
            <a:ext cx="6638175" cy="8350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4F7E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301656" y="2117725"/>
            <a:ext cx="10043626" cy="81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3450" y="-338357"/>
            <a:ext cx="1770950" cy="168238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3861993" y="976066"/>
            <a:ext cx="11141297" cy="9196634"/>
          </a:xfrm>
          <a:custGeom>
            <a:avLst/>
            <a:gdLst/>
            <a:ahLst/>
            <a:cxnLst/>
            <a:rect l="l" t="t" r="r" b="b"/>
            <a:pathLst>
              <a:path w="11141297" h="9196634" extrusionOk="0">
                <a:moveTo>
                  <a:pt x="0" y="0"/>
                </a:moveTo>
                <a:lnTo>
                  <a:pt x="11141298" y="0"/>
                </a:lnTo>
                <a:lnTo>
                  <a:pt x="11141298" y="9196634"/>
                </a:lnTo>
                <a:lnTo>
                  <a:pt x="0" y="9196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" name="Google Shape;36;p5"/>
          <p:cNvGrpSpPr/>
          <p:nvPr/>
        </p:nvGrpSpPr>
        <p:grpSpPr>
          <a:xfrm>
            <a:off x="0" y="9781463"/>
            <a:ext cx="18288000" cy="505537"/>
            <a:chOff x="0" y="0"/>
            <a:chExt cx="24384000" cy="674049"/>
          </a:xfrm>
        </p:grpSpPr>
        <p:sp>
          <p:nvSpPr>
            <p:cNvPr id="37" name="Google Shape;37;p5"/>
            <p:cNvSpPr/>
            <p:nvPr/>
          </p:nvSpPr>
          <p:spPr>
            <a:xfrm>
              <a:off x="0" y="0"/>
              <a:ext cx="7771615" cy="674049"/>
            </a:xfrm>
            <a:custGeom>
              <a:avLst/>
              <a:gdLst/>
              <a:ahLst/>
              <a:cxnLst/>
              <a:rect l="l" t="t" r="r" b="b"/>
              <a:pathLst>
                <a:path w="7771615" h="674049" extrusionOk="0">
                  <a:moveTo>
                    <a:pt x="0" y="0"/>
                  </a:moveTo>
                  <a:lnTo>
                    <a:pt x="7771615" y="0"/>
                  </a:lnTo>
                  <a:lnTo>
                    <a:pt x="7771615" y="674049"/>
                  </a:lnTo>
                  <a:lnTo>
                    <a:pt x="0" y="6740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22127" t="-2321307" r="-78998"/>
              </a:stretch>
            </a:blipFill>
            <a:ln>
              <a:noFill/>
            </a:ln>
          </p:spPr>
        </p:sp>
        <p:sp>
          <p:nvSpPr>
            <p:cNvPr id="38" name="Google Shape;38;p5"/>
            <p:cNvSpPr/>
            <p:nvPr/>
          </p:nvSpPr>
          <p:spPr>
            <a:xfrm flipH="1">
              <a:off x="7758915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39" name="Google Shape;39;p5"/>
            <p:cNvSpPr/>
            <p:nvPr/>
          </p:nvSpPr>
          <p:spPr>
            <a:xfrm flipH="1">
              <a:off x="11782528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2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2" y="674049"/>
                  </a:lnTo>
                  <a:lnTo>
                    <a:pt x="4036312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40" name="Google Shape;40;p5"/>
            <p:cNvSpPr/>
            <p:nvPr/>
          </p:nvSpPr>
          <p:spPr>
            <a:xfrm flipH="1">
              <a:off x="15793440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41" name="Google Shape;41;p5"/>
            <p:cNvSpPr/>
            <p:nvPr/>
          </p:nvSpPr>
          <p:spPr>
            <a:xfrm flipH="1">
              <a:off x="19336710" y="0"/>
              <a:ext cx="5047290" cy="674049"/>
            </a:xfrm>
            <a:custGeom>
              <a:avLst/>
              <a:gdLst/>
              <a:ahLst/>
              <a:cxnLst/>
              <a:rect l="l" t="t" r="r" b="b"/>
              <a:pathLst>
                <a:path w="5047290" h="674049" extrusionOk="0">
                  <a:moveTo>
                    <a:pt x="5047290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5047290" y="674049"/>
                  </a:lnTo>
                  <a:lnTo>
                    <a:pt x="504729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35355" t="-2321307" r="-174318"/>
              </a:stretch>
            </a:blipFill>
            <a:ln>
              <a:noFill/>
            </a:ln>
          </p:spPr>
        </p:sp>
      </p:grpSp>
      <p:pic>
        <p:nvPicPr>
          <p:cNvPr id="42" name="Google Shape;4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862016" y="976075"/>
            <a:ext cx="11141298" cy="9197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F4F7E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24225" y="5663074"/>
            <a:ext cx="4848449" cy="45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450" y="7428754"/>
            <a:ext cx="3389425" cy="2858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0300" y="5824290"/>
            <a:ext cx="4297700" cy="434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21075" y="-338357"/>
            <a:ext cx="1770950" cy="1682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6"/>
          <p:cNvGrpSpPr/>
          <p:nvPr/>
        </p:nvGrpSpPr>
        <p:grpSpPr>
          <a:xfrm>
            <a:off x="0" y="9781463"/>
            <a:ext cx="18288000" cy="505537"/>
            <a:chOff x="0" y="0"/>
            <a:chExt cx="24384000" cy="674049"/>
          </a:xfrm>
        </p:grpSpPr>
        <p:sp>
          <p:nvSpPr>
            <p:cNvPr id="49" name="Google Shape;49;p6"/>
            <p:cNvSpPr/>
            <p:nvPr/>
          </p:nvSpPr>
          <p:spPr>
            <a:xfrm>
              <a:off x="0" y="0"/>
              <a:ext cx="7771615" cy="674049"/>
            </a:xfrm>
            <a:custGeom>
              <a:avLst/>
              <a:gdLst/>
              <a:ahLst/>
              <a:cxnLst/>
              <a:rect l="l" t="t" r="r" b="b"/>
              <a:pathLst>
                <a:path w="7771615" h="674049" extrusionOk="0">
                  <a:moveTo>
                    <a:pt x="0" y="0"/>
                  </a:moveTo>
                  <a:lnTo>
                    <a:pt x="7771615" y="0"/>
                  </a:lnTo>
                  <a:lnTo>
                    <a:pt x="7771615" y="674049"/>
                  </a:lnTo>
                  <a:lnTo>
                    <a:pt x="0" y="6740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22127" t="-2321307" r="-78998"/>
              </a:stretch>
            </a:blipFill>
            <a:ln>
              <a:noFill/>
            </a:ln>
          </p:spPr>
        </p:sp>
        <p:sp>
          <p:nvSpPr>
            <p:cNvPr id="50" name="Google Shape;50;p6"/>
            <p:cNvSpPr/>
            <p:nvPr/>
          </p:nvSpPr>
          <p:spPr>
            <a:xfrm flipH="1">
              <a:off x="7758915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51" name="Google Shape;51;p6"/>
            <p:cNvSpPr/>
            <p:nvPr/>
          </p:nvSpPr>
          <p:spPr>
            <a:xfrm flipH="1">
              <a:off x="11782528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2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2" y="674049"/>
                  </a:lnTo>
                  <a:lnTo>
                    <a:pt x="4036312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52" name="Google Shape;52;p6"/>
            <p:cNvSpPr/>
            <p:nvPr/>
          </p:nvSpPr>
          <p:spPr>
            <a:xfrm flipH="1">
              <a:off x="15793440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35148" t="-2321307" r="-152118"/>
              </a:stretch>
            </a:blipFill>
            <a:ln>
              <a:noFill/>
            </a:ln>
          </p:spPr>
        </p:sp>
        <p:sp>
          <p:nvSpPr>
            <p:cNvPr id="53" name="Google Shape;53;p6"/>
            <p:cNvSpPr/>
            <p:nvPr/>
          </p:nvSpPr>
          <p:spPr>
            <a:xfrm flipH="1">
              <a:off x="19336710" y="0"/>
              <a:ext cx="5047290" cy="674049"/>
            </a:xfrm>
            <a:custGeom>
              <a:avLst/>
              <a:gdLst/>
              <a:ahLst/>
              <a:cxnLst/>
              <a:rect l="l" t="t" r="r" b="b"/>
              <a:pathLst>
                <a:path w="5047290" h="674049" extrusionOk="0">
                  <a:moveTo>
                    <a:pt x="5047290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5047290" y="674049"/>
                  </a:lnTo>
                  <a:lnTo>
                    <a:pt x="504729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35355" t="-2321307" r="-174318"/>
              </a:stretch>
            </a:blipFill>
            <a:ln>
              <a:noFill/>
            </a:ln>
          </p:spPr>
        </p:sp>
      </p:grpSp>
      <p:pic>
        <p:nvPicPr>
          <p:cNvPr id="54" name="Google Shape;54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0219" y="5320764"/>
            <a:ext cx="12524507" cy="47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Josefin Sans"/>
              <a:buNone/>
              <a:defRPr sz="44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Josefin Sans"/>
              <a:buChar char="•"/>
              <a:defRPr sz="32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Char char="–"/>
              <a:defRPr sz="2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Char char="•"/>
              <a:defRPr sz="24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–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»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•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•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•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Char char="•"/>
              <a:defRPr sz="20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0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23E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10710260" y="1385916"/>
            <a:ext cx="8457838" cy="669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21"/>
          <p:cNvGrpSpPr/>
          <p:nvPr/>
        </p:nvGrpSpPr>
        <p:grpSpPr>
          <a:xfrm>
            <a:off x="0" y="9781463"/>
            <a:ext cx="18288000" cy="505537"/>
            <a:chOff x="0" y="0"/>
            <a:chExt cx="24384000" cy="674049"/>
          </a:xfrm>
        </p:grpSpPr>
        <p:sp>
          <p:nvSpPr>
            <p:cNvPr id="301" name="Google Shape;301;p21"/>
            <p:cNvSpPr/>
            <p:nvPr/>
          </p:nvSpPr>
          <p:spPr>
            <a:xfrm>
              <a:off x="0" y="0"/>
              <a:ext cx="7771615" cy="674049"/>
            </a:xfrm>
            <a:custGeom>
              <a:avLst/>
              <a:gdLst/>
              <a:ahLst/>
              <a:cxnLst/>
              <a:rect l="l" t="t" r="r" b="b"/>
              <a:pathLst>
                <a:path w="7771615" h="674049" extrusionOk="0">
                  <a:moveTo>
                    <a:pt x="0" y="0"/>
                  </a:moveTo>
                  <a:lnTo>
                    <a:pt x="7771615" y="0"/>
                  </a:lnTo>
                  <a:lnTo>
                    <a:pt x="7771615" y="674049"/>
                  </a:lnTo>
                  <a:lnTo>
                    <a:pt x="0" y="6740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128" t="-2321894" r="-79001"/>
              </a:stretch>
            </a:blipFill>
            <a:ln>
              <a:noFill/>
            </a:ln>
          </p:spPr>
        </p:sp>
        <p:sp>
          <p:nvSpPr>
            <p:cNvPr id="302" name="Google Shape;302;p21"/>
            <p:cNvSpPr/>
            <p:nvPr/>
          </p:nvSpPr>
          <p:spPr>
            <a:xfrm flipH="1">
              <a:off x="7758915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35139" t="-2321894" r="-152112"/>
              </a:stretch>
            </a:blipFill>
            <a:ln>
              <a:noFill/>
            </a:ln>
          </p:spPr>
        </p:sp>
        <p:sp>
          <p:nvSpPr>
            <p:cNvPr id="303" name="Google Shape;303;p21"/>
            <p:cNvSpPr/>
            <p:nvPr/>
          </p:nvSpPr>
          <p:spPr>
            <a:xfrm flipH="1">
              <a:off x="11782528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2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2" y="674049"/>
                  </a:lnTo>
                  <a:lnTo>
                    <a:pt x="4036312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35139" t="-2321894" r="-152112"/>
              </a:stretch>
            </a:blipFill>
            <a:ln>
              <a:noFill/>
            </a:ln>
          </p:spPr>
        </p:sp>
        <p:sp>
          <p:nvSpPr>
            <p:cNvPr id="304" name="Google Shape;304;p21"/>
            <p:cNvSpPr/>
            <p:nvPr/>
          </p:nvSpPr>
          <p:spPr>
            <a:xfrm flipH="1">
              <a:off x="15793440" y="0"/>
              <a:ext cx="4036313" cy="674049"/>
            </a:xfrm>
            <a:custGeom>
              <a:avLst/>
              <a:gdLst/>
              <a:ahLst/>
              <a:cxnLst/>
              <a:rect l="l" t="t" r="r" b="b"/>
              <a:pathLst>
                <a:path w="4036313" h="674049" extrusionOk="0">
                  <a:moveTo>
                    <a:pt x="4036313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4036313" y="674049"/>
                  </a:lnTo>
                  <a:lnTo>
                    <a:pt x="4036313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35139" t="-2321894" r="-152112"/>
              </a:stretch>
            </a:blipFill>
            <a:ln>
              <a:noFill/>
            </a:ln>
          </p:spPr>
        </p:sp>
        <p:sp>
          <p:nvSpPr>
            <p:cNvPr id="305" name="Google Shape;305;p21"/>
            <p:cNvSpPr/>
            <p:nvPr/>
          </p:nvSpPr>
          <p:spPr>
            <a:xfrm flipH="1">
              <a:off x="19336710" y="0"/>
              <a:ext cx="5047290" cy="674049"/>
            </a:xfrm>
            <a:custGeom>
              <a:avLst/>
              <a:gdLst/>
              <a:ahLst/>
              <a:cxnLst/>
              <a:rect l="l" t="t" r="r" b="b"/>
              <a:pathLst>
                <a:path w="5047290" h="674049" extrusionOk="0">
                  <a:moveTo>
                    <a:pt x="5047290" y="0"/>
                  </a:moveTo>
                  <a:lnTo>
                    <a:pt x="0" y="0"/>
                  </a:lnTo>
                  <a:lnTo>
                    <a:pt x="0" y="674049"/>
                  </a:lnTo>
                  <a:lnTo>
                    <a:pt x="5047290" y="674049"/>
                  </a:lnTo>
                  <a:lnTo>
                    <a:pt x="504729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35357" t="-2321894" r="-174335"/>
              </a:stretch>
            </a:blipFill>
            <a:ln>
              <a:noFill/>
            </a:ln>
          </p:spPr>
        </p:sp>
      </p:grpSp>
      <p:grpSp>
        <p:nvGrpSpPr>
          <p:cNvPr id="306" name="Google Shape;306;p21"/>
          <p:cNvGrpSpPr/>
          <p:nvPr/>
        </p:nvGrpSpPr>
        <p:grpSpPr>
          <a:xfrm>
            <a:off x="273959" y="803698"/>
            <a:ext cx="24800175" cy="3588194"/>
            <a:chOff x="0" y="190500"/>
            <a:chExt cx="33066900" cy="4784258"/>
          </a:xfrm>
        </p:grpSpPr>
        <p:sp>
          <p:nvSpPr>
            <p:cNvPr id="307" name="Google Shape;307;p21"/>
            <p:cNvSpPr txBox="1"/>
            <p:nvPr/>
          </p:nvSpPr>
          <p:spPr>
            <a:xfrm>
              <a:off x="0" y="190500"/>
              <a:ext cx="33066900" cy="157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80000"/>
                </a:lnSpc>
              </a:pPr>
              <a:r>
                <a:rPr lang="en-US" sz="9600" dirty="0" smtClean="0">
                  <a:solidFill>
                    <a:schemeClr val="bg1"/>
                  </a:solidFill>
                </a:rPr>
                <a:t>{title}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0" y="2133389"/>
              <a:ext cx="9805315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just"/>
              <a:r>
                <a:rPr lang="en-US" sz="2400" dirty="0" smtClean="0">
                  <a:solidFill>
                    <a:schemeClr val="bg1"/>
                  </a:solidFill>
                </a:rPr>
                <a:t>{bullets}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0" y="2763309"/>
              <a:ext cx="9805315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0" y="3404706"/>
              <a:ext cx="9805315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0" y="4687499"/>
              <a:ext cx="9805315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Illustrated Morph Education Slide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Josefin Sans</vt:lpstr>
      <vt:lpstr>Illustrated Morph Education Slides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2026-09-09T06:18:21Z</dcterms:modified>
</cp:coreProperties>
</file>