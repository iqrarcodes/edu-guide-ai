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Default Extension="svg" ContentType="image/svg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88" r:id="rId2"/>
  </p:sldIdLst>
  <p:sldSz cx="18288000" cy="10287000"/>
  <p:notesSz cx="6858000" cy="9144000"/>
  <p:embeddedFontLst>
    <p:embeddedFont>
      <p:font typeface="Calibri" pitchFamily="34" charset="0"/>
      <p:regular r:id="rId3"/>
      <p:bold r:id="rId4"/>
      <p:italic r:id="rId5"/>
      <p:boldItalic r:id="rId6"/>
    </p:embeddedFont>
    <p:embeddedFont>
      <p:font typeface="Montserrat" charset="0"/>
      <p:regular r:id="rId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 autoAdjust="0"/>
    <p:restoredTop sz="94622" autoAdjust="0"/>
  </p:normalViewPr>
  <p:slideViewPr>
    <p:cSldViewPr>
      <p:cViewPr>
        <p:scale>
          <a:sx n="44" d="100"/>
          <a:sy n="44" d="100"/>
        </p:scale>
        <p:origin x="-656" y="-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ableStyles" Target="tableStyles.xml"/><Relationship Id="rId5" Type="http://schemas.openxmlformats.org/officeDocument/2006/relationships/font" Target="fonts/font3.fntdata"/><Relationship Id="rId10" Type="http://schemas.openxmlformats.org/officeDocument/2006/relationships/theme" Target="theme/theme1.xml"/><Relationship Id="rId4" Type="http://schemas.openxmlformats.org/officeDocument/2006/relationships/font" Target="fonts/font2.fntdata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5F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rcRect/>
          <a:stretch>
            <a:fillRect/>
          </a:stretch>
        </p:blipFill>
        <p:spPr>
          <a:xfrm rot="376011">
            <a:off x="-2665108" y="-5281283"/>
            <a:ext cx="28407783" cy="16734767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0" y="0"/>
            <a:ext cx="936353" cy="936353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DC6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7351647" y="9350647"/>
            <a:ext cx="936353" cy="936353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523042" y="124802"/>
                  </a:lnTo>
                  <a:lnTo>
                    <a:pt x="693768" y="119032"/>
                  </a:lnTo>
                  <a:lnTo>
                    <a:pt x="687998" y="289758"/>
                  </a:lnTo>
                  <a:lnTo>
                    <a:pt x="812800" y="406400"/>
                  </a:lnTo>
                  <a:lnTo>
                    <a:pt x="687998" y="523042"/>
                  </a:lnTo>
                  <a:lnTo>
                    <a:pt x="693768" y="693768"/>
                  </a:lnTo>
                  <a:lnTo>
                    <a:pt x="523042" y="687998"/>
                  </a:lnTo>
                  <a:lnTo>
                    <a:pt x="406400" y="812800"/>
                  </a:lnTo>
                  <a:lnTo>
                    <a:pt x="289758" y="687998"/>
                  </a:lnTo>
                  <a:lnTo>
                    <a:pt x="119032" y="693768"/>
                  </a:lnTo>
                  <a:lnTo>
                    <a:pt x="124802" y="523042"/>
                  </a:lnTo>
                  <a:lnTo>
                    <a:pt x="0" y="406400"/>
                  </a:lnTo>
                  <a:lnTo>
                    <a:pt x="124802" y="289758"/>
                  </a:lnTo>
                  <a:lnTo>
                    <a:pt x="119032" y="119032"/>
                  </a:lnTo>
                  <a:lnTo>
                    <a:pt x="289758" y="124802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FEBDC6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27000" y="79375"/>
              <a:ext cx="558800" cy="606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3048000" y="266700"/>
            <a:ext cx="10393573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7200"/>
              </a:lnSpc>
              <a:spcBef>
                <a:spcPct val="0"/>
              </a:spcBef>
            </a:pPr>
            <a:r>
              <a:rPr lang="en-US" sz="6000" dirty="0" smtClean="0">
                <a:solidFill>
                  <a:schemeClr val="bg1"/>
                </a:solidFill>
              </a:rPr>
              <a:t>{title}</a:t>
            </a:r>
            <a:endParaRPr lang="en-US" sz="600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324600" y="1562100"/>
            <a:ext cx="3839042" cy="477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sz="4000" dirty="0" smtClean="0">
                <a:solidFill>
                  <a:schemeClr val="bg1"/>
                </a:solidFill>
              </a:rPr>
              <a:t>{bullets}</a:t>
            </a:r>
            <a:endParaRPr lang="en-US" sz="4000" dirty="0">
              <a:solidFill>
                <a:schemeClr val="bg1"/>
              </a:solidFill>
              <a:latin typeface="Open Sauc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Montserrat</vt:lpstr>
      <vt:lpstr>Open Sauce</vt:lpstr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and Beige Retail Startup Pitch Deck</dc:title>
  <dc:creator>PMYLS</dc:creator>
  <cp:lastModifiedBy>PMLS</cp:lastModifiedBy>
  <cp:revision>2</cp:revision>
  <dcterms:created xsi:type="dcterms:W3CDTF">2006-08-16T00:00:00Z</dcterms:created>
  <dcterms:modified xsi:type="dcterms:W3CDTF">2026-09-08T17:33:03Z</dcterms:modified>
  <dc:identifier>DAFhl7kXf04</dc:identifier>
</cp:coreProperties>
</file>