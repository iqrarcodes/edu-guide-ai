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4"/>
  </p:notesMasterIdLst>
  <p:sldIdLst>
    <p:sldId id="284" r:id="rId3"/>
  </p:sldIdLst>
  <p:sldSz cx="9144000" cy="5143500" type="screen16x9"/>
  <p:notesSz cx="6858000" cy="9144000"/>
  <p:embeddedFontLst>
    <p:embeddedFont>
      <p:font typeface="Calibri" pitchFamily="34" charset="0"/>
      <p:regular r:id="rId5"/>
      <p:bold r:id="rId6"/>
      <p:italic r:id="rId7"/>
      <p:boldItalic r:id="rId8"/>
    </p:embeddedFont>
    <p:embeddedFont>
      <p:font typeface="Cinzel Decorative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A0584FC1-FEE4-46F9-9EA9-5F7CE91F177F}">
  <a:tblStyle styleId="{A0584FC1-FEE4-46F9-9EA9-5F7CE91F17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-676" y="-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224dcc7846e_2_9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g224dcc7846e_2_9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A79"/>
        </a:solidFill>
        <a:effectLst/>
      </p:bgPr>
    </p:bg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53"/>
          <p:cNvSpPr txBox="1"/>
          <p:nvPr/>
        </p:nvSpPr>
        <p:spPr>
          <a:xfrm>
            <a:off x="1473268" y="408957"/>
            <a:ext cx="640238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sz="4800" dirty="0" smtClean="0">
                <a:solidFill>
                  <a:schemeClr val="bg1"/>
                </a:solidFill>
              </a:rPr>
              <a:t>{title}</a:t>
            </a:r>
            <a:endParaRPr sz="700">
              <a:solidFill>
                <a:schemeClr val="bg1"/>
              </a:solidFill>
            </a:endParaRPr>
          </a:p>
        </p:txBody>
      </p:sp>
      <p:sp>
        <p:nvSpPr>
          <p:cNvPr id="1012" name="Google Shape;1012;p53"/>
          <p:cNvSpPr txBox="1"/>
          <p:nvPr/>
        </p:nvSpPr>
        <p:spPr>
          <a:xfrm>
            <a:off x="1422016" y="1380005"/>
            <a:ext cx="6402382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1800" dirty="0" smtClean="0">
                <a:solidFill>
                  <a:schemeClr val="bg1"/>
                </a:solidFill>
              </a:rPr>
              <a:t>{bullets}</a:t>
            </a:r>
            <a:endParaRPr sz="700">
              <a:solidFill>
                <a:schemeClr val="bg1"/>
              </a:solidFill>
            </a:endParaRPr>
          </a:p>
        </p:txBody>
      </p:sp>
      <p:grpSp>
        <p:nvGrpSpPr>
          <p:cNvPr id="1013" name="Google Shape;1013;p53"/>
          <p:cNvGrpSpPr/>
          <p:nvPr/>
        </p:nvGrpSpPr>
        <p:grpSpPr>
          <a:xfrm>
            <a:off x="600955" y="-49589"/>
            <a:ext cx="1550903" cy="1977031"/>
            <a:chOff x="4455" y="-1157287"/>
            <a:chExt cx="4135742" cy="5272084"/>
          </a:xfrm>
        </p:grpSpPr>
        <p:grpSp>
          <p:nvGrpSpPr>
            <p:cNvPr id="1014" name="Google Shape;1014;p53"/>
            <p:cNvGrpSpPr/>
            <p:nvPr/>
          </p:nvGrpSpPr>
          <p:grpSpPr>
            <a:xfrm>
              <a:off x="4455" y="252997"/>
              <a:ext cx="1988518" cy="1997431"/>
              <a:chOff x="1813" y="0"/>
              <a:chExt cx="809173" cy="812800"/>
            </a:xfrm>
          </p:grpSpPr>
          <p:sp>
            <p:nvSpPr>
              <p:cNvPr id="1015" name="Google Shape;1015;p5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B9F41"/>
              </a:solidFill>
              <a:ln>
                <a:noFill/>
              </a:ln>
            </p:spPr>
            <p:txBody>
              <a:bodyPr spcFirstLastPara="1" wrap="square" lIns="45725" tIns="45725" rIns="45725" bIns="45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5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7" name="Google Shape;1017;p53"/>
            <p:cNvGrpSpPr/>
            <p:nvPr/>
          </p:nvGrpSpPr>
          <p:grpSpPr>
            <a:xfrm>
              <a:off x="25400" y="-1157287"/>
              <a:ext cx="4114797" cy="5272084"/>
              <a:chOff x="0" y="-228600"/>
              <a:chExt cx="812800" cy="1041400"/>
            </a:xfrm>
          </p:grpSpPr>
          <p:sp>
            <p:nvSpPr>
              <p:cNvPr id="1018" name="Google Shape;1018;p53"/>
              <p:cNvSpPr/>
              <p:nvPr/>
            </p:nvSpPr>
            <p:spPr>
              <a:xfrm>
                <a:off x="0" y="0"/>
                <a:ext cx="401383" cy="514573"/>
              </a:xfrm>
              <a:custGeom>
                <a:avLst/>
                <a:gdLst/>
                <a:ahLst/>
                <a:cxnLst/>
                <a:rect l="l" t="t" r="r" b="b"/>
                <a:pathLst>
                  <a:path w="401383" h="514573" extrusionOk="0">
                    <a:moveTo>
                      <a:pt x="0" y="0"/>
                    </a:moveTo>
                    <a:lnTo>
                      <a:pt x="401383" y="0"/>
                    </a:lnTo>
                    <a:lnTo>
                      <a:pt x="401383" y="514573"/>
                    </a:lnTo>
                    <a:lnTo>
                      <a:pt x="0" y="51457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>
                <a:noFill/>
              </a:ln>
            </p:spPr>
          </p:sp>
          <p:sp>
            <p:nvSpPr>
              <p:cNvPr id="1019" name="Google Shape;1019;p53"/>
              <p:cNvSpPr txBox="1"/>
              <p:nvPr/>
            </p:nvSpPr>
            <p:spPr>
              <a:xfrm>
                <a:off x="0" y="-228600"/>
                <a:ext cx="812800" cy="104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000" tIns="127000" rIns="127000" bIns="127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000" b="0" i="0" u="none" strike="noStrike" cap="none">
                    <a:solidFill>
                      <a:srgbClr val="202A79"/>
                    </a:solidFill>
                    <a:latin typeface="Cinzel Decorative"/>
                    <a:ea typeface="Cinzel Decorative"/>
                    <a:cs typeface="Cinzel Decorative"/>
                    <a:sym typeface="Cinzel Decorative"/>
                  </a:rPr>
                  <a:t>P</a:t>
                </a:r>
                <a:endParaRPr sz="700"/>
              </a:p>
            </p:txBody>
          </p:sp>
        </p:grpSp>
      </p:grpSp>
      <p:grpSp>
        <p:nvGrpSpPr>
          <p:cNvPr id="1020" name="Google Shape;1020;p53"/>
          <p:cNvGrpSpPr/>
          <p:nvPr/>
        </p:nvGrpSpPr>
        <p:grpSpPr>
          <a:xfrm>
            <a:off x="7963618" y="4010966"/>
            <a:ext cx="384314" cy="386036"/>
            <a:chOff x="1813" y="0"/>
            <a:chExt cx="809173" cy="812800"/>
          </a:xfrm>
        </p:grpSpPr>
        <p:sp>
          <p:nvSpPr>
            <p:cNvPr id="1021" name="Google Shape;1021;p5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EB9F4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5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23" name="Google Shape;1023;p53"/>
          <p:cNvCxnSpPr/>
          <p:nvPr/>
        </p:nvCxnSpPr>
        <p:spPr>
          <a:xfrm>
            <a:off x="1542350" y="4901213"/>
            <a:ext cx="6304038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4" name="Google Shape;1024;p53"/>
          <p:cNvCxnSpPr/>
          <p:nvPr/>
        </p:nvCxnSpPr>
        <p:spPr>
          <a:xfrm>
            <a:off x="2968486" y="5003580"/>
            <a:ext cx="3451767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PresentationFormat>On-screen Show (16:9)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Cinzel Decorative</vt:lpstr>
      <vt:lpstr>Simple Light</vt:lpstr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PMYLS</dc:creator>
  <cp:lastModifiedBy>PMLS</cp:lastModifiedBy>
  <cp:revision>1</cp:revision>
  <dcterms:modified xsi:type="dcterms:W3CDTF">2026-09-08T17:28:01Z</dcterms:modified>
</cp:coreProperties>
</file>