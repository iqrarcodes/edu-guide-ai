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3"/>
  </p:notesMasterIdLst>
  <p:sldIdLst>
    <p:sldId id="272" r:id="rId2"/>
  </p:sldIdLst>
  <p:sldSz cx="18288000" cy="10287000"/>
  <p:notesSz cx="6858000" cy="9144000"/>
  <p:embeddedFontLst>
    <p:embeddedFont>
      <p:font typeface="Calibri" pitchFamily="34" charset="0"/>
      <p:regular r:id="rId4"/>
      <p:bold r:id="rId5"/>
      <p:italic r:id="rId6"/>
      <p:boldItalic r:id="rId7"/>
    </p:embeddedFont>
    <p:embeddedFont>
      <p:font typeface="Anton" charset="0"/>
      <p:regular r:id="rId8"/>
    </p:embeddedFont>
    <p:embeddedFont>
      <p:font typeface="Arimo" charset="0"/>
      <p:bold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-77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990600" y="1520825"/>
            <a:ext cx="13933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1411875" y="522915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grpSp>
        <p:nvGrpSpPr>
          <p:cNvPr id="12" name="Google Shape;12;p3"/>
          <p:cNvGrpSpPr/>
          <p:nvPr/>
        </p:nvGrpSpPr>
        <p:grpSpPr>
          <a:xfrm>
            <a:off x="17222863" y="-144662"/>
            <a:ext cx="1169031" cy="2123226"/>
            <a:chOff x="0" y="-38100"/>
            <a:chExt cx="307891" cy="559200"/>
          </a:xfrm>
        </p:grpSpPr>
        <p:sp>
          <p:nvSpPr>
            <p:cNvPr id="13" name="Google Shape;13;p3"/>
            <p:cNvSpPr/>
            <p:nvPr/>
          </p:nvSpPr>
          <p:spPr>
            <a:xfrm>
              <a:off x="0" y="0"/>
              <a:ext cx="307891" cy="521081"/>
            </a:xfrm>
            <a:custGeom>
              <a:avLst/>
              <a:gdLst/>
              <a:ahLst/>
              <a:cxnLst/>
              <a:rect l="l" t="t" r="r" b="b"/>
              <a:pathLst>
                <a:path w="307891" h="521081" extrusionOk="0">
                  <a:moveTo>
                    <a:pt x="0" y="0"/>
                  </a:moveTo>
                  <a:lnTo>
                    <a:pt x="307891" y="0"/>
                  </a:lnTo>
                  <a:lnTo>
                    <a:pt x="307891" y="521081"/>
                  </a:lnTo>
                  <a:lnTo>
                    <a:pt x="0" y="521081"/>
                  </a:lnTo>
                  <a:close/>
                </a:path>
              </a:pathLst>
            </a:custGeom>
            <a:solidFill>
              <a:srgbClr val="B6AC5D"/>
            </a:solidFill>
            <a:ln>
              <a:noFill/>
            </a:ln>
          </p:spPr>
        </p:sp>
        <p:sp>
          <p:nvSpPr>
            <p:cNvPr id="14" name="Google Shape;14;p3"/>
            <p:cNvSpPr txBox="1"/>
            <p:nvPr/>
          </p:nvSpPr>
          <p:spPr>
            <a:xfrm>
              <a:off x="0" y="-38100"/>
              <a:ext cx="307800" cy="5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5" name="Google Shape;15;p3"/>
          <p:cNvCxnSpPr/>
          <p:nvPr/>
        </p:nvCxnSpPr>
        <p:spPr>
          <a:xfrm>
            <a:off x="17240250" y="-954183"/>
            <a:ext cx="0" cy="11241300"/>
          </a:xfrm>
          <a:prstGeom prst="straightConnector1">
            <a:avLst/>
          </a:prstGeom>
          <a:noFill/>
          <a:ln w="38100" cap="flat" cmpd="sng">
            <a:solidFill>
              <a:srgbClr val="22231D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6" name="Google Shape;16;p3"/>
          <p:cNvGrpSpPr/>
          <p:nvPr/>
        </p:nvGrpSpPr>
        <p:grpSpPr>
          <a:xfrm>
            <a:off x="17222863" y="9113638"/>
            <a:ext cx="1169031" cy="1173367"/>
            <a:chOff x="0" y="-38100"/>
            <a:chExt cx="307891" cy="309033"/>
          </a:xfrm>
        </p:grpSpPr>
        <p:sp>
          <p:nvSpPr>
            <p:cNvPr id="17" name="Google Shape;17;p3"/>
            <p:cNvSpPr/>
            <p:nvPr/>
          </p:nvSpPr>
          <p:spPr>
            <a:xfrm>
              <a:off x="0" y="0"/>
              <a:ext cx="307891" cy="270933"/>
            </a:xfrm>
            <a:custGeom>
              <a:avLst/>
              <a:gdLst/>
              <a:ahLst/>
              <a:cxnLst/>
              <a:rect l="l" t="t" r="r" b="b"/>
              <a:pathLst>
                <a:path w="307891" h="270933" extrusionOk="0">
                  <a:moveTo>
                    <a:pt x="0" y="0"/>
                  </a:moveTo>
                  <a:lnTo>
                    <a:pt x="307891" y="0"/>
                  </a:lnTo>
                  <a:lnTo>
                    <a:pt x="307891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2231D"/>
            </a:solidFill>
            <a:ln>
              <a:noFill/>
            </a:ln>
          </p:spPr>
        </p:sp>
        <p:sp>
          <p:nvSpPr>
            <p:cNvPr id="18" name="Google Shape;18;p3"/>
            <p:cNvSpPr txBox="1"/>
            <p:nvPr/>
          </p:nvSpPr>
          <p:spPr>
            <a:xfrm>
              <a:off x="0" y="-38100"/>
              <a:ext cx="3078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" name="Google Shape;19;p3"/>
          <p:cNvSpPr/>
          <p:nvPr/>
        </p:nvSpPr>
        <p:spPr>
          <a:xfrm>
            <a:off x="17521705" y="9505156"/>
            <a:ext cx="552292" cy="611188"/>
          </a:xfrm>
          <a:custGeom>
            <a:avLst/>
            <a:gdLst/>
            <a:ahLst/>
            <a:cxnLst/>
            <a:rect l="l" t="t" r="r" b="b"/>
            <a:pathLst>
              <a:path w="552292" h="611188" extrusionOk="0">
                <a:moveTo>
                  <a:pt x="0" y="0"/>
                </a:moveTo>
                <a:lnTo>
                  <a:pt x="552291" y="0"/>
                </a:lnTo>
                <a:lnTo>
                  <a:pt x="552291" y="611188"/>
                </a:lnTo>
                <a:lnTo>
                  <a:pt x="0" y="6111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" name="Google Shape;20;p3"/>
          <p:cNvSpPr txBox="1"/>
          <p:nvPr/>
        </p:nvSpPr>
        <p:spPr>
          <a:xfrm rot="5400000">
            <a:off x="17255438" y="796914"/>
            <a:ext cx="1020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22231D"/>
                </a:solidFill>
                <a:latin typeface="Arimo"/>
                <a:ea typeface="Arimo"/>
                <a:cs typeface="Arimo"/>
                <a:sym typeface="Arimo"/>
              </a:rPr>
              <a:t>LOGO</a:t>
            </a:r>
            <a:endParaRPr/>
          </a:p>
        </p:txBody>
      </p:sp>
      <p:sp>
        <p:nvSpPr>
          <p:cNvPr id="21" name="Google Shape;21;p3"/>
          <p:cNvSpPr txBox="1"/>
          <p:nvPr/>
        </p:nvSpPr>
        <p:spPr>
          <a:xfrm rot="5400000">
            <a:off x="17579214" y="4859712"/>
            <a:ext cx="3543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D2CEBC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1000725" y="1724100"/>
            <a:ext cx="13155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5029200" y="49790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17222863" y="-144662"/>
            <a:ext cx="1169031" cy="2123226"/>
            <a:chOff x="0" y="-38100"/>
            <a:chExt cx="307891" cy="559200"/>
          </a:xfrm>
        </p:grpSpPr>
        <p:sp>
          <p:nvSpPr>
            <p:cNvPr id="26" name="Google Shape;26;p4"/>
            <p:cNvSpPr/>
            <p:nvPr/>
          </p:nvSpPr>
          <p:spPr>
            <a:xfrm>
              <a:off x="0" y="0"/>
              <a:ext cx="307891" cy="521081"/>
            </a:xfrm>
            <a:custGeom>
              <a:avLst/>
              <a:gdLst/>
              <a:ahLst/>
              <a:cxnLst/>
              <a:rect l="l" t="t" r="r" b="b"/>
              <a:pathLst>
                <a:path w="307891" h="521081" extrusionOk="0">
                  <a:moveTo>
                    <a:pt x="0" y="0"/>
                  </a:moveTo>
                  <a:lnTo>
                    <a:pt x="307891" y="0"/>
                  </a:lnTo>
                  <a:lnTo>
                    <a:pt x="307891" y="521081"/>
                  </a:lnTo>
                  <a:lnTo>
                    <a:pt x="0" y="521081"/>
                  </a:lnTo>
                  <a:close/>
                </a:path>
              </a:pathLst>
            </a:custGeom>
            <a:solidFill>
              <a:srgbClr val="B6AC5D"/>
            </a:solidFill>
            <a:ln>
              <a:noFill/>
            </a:ln>
          </p:spPr>
        </p:sp>
        <p:sp>
          <p:nvSpPr>
            <p:cNvPr id="27" name="Google Shape;27;p4"/>
            <p:cNvSpPr txBox="1"/>
            <p:nvPr/>
          </p:nvSpPr>
          <p:spPr>
            <a:xfrm>
              <a:off x="0" y="-38100"/>
              <a:ext cx="307800" cy="5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8" name="Google Shape;28;p4"/>
          <p:cNvCxnSpPr/>
          <p:nvPr/>
        </p:nvCxnSpPr>
        <p:spPr>
          <a:xfrm>
            <a:off x="17240250" y="-954183"/>
            <a:ext cx="0" cy="11241300"/>
          </a:xfrm>
          <a:prstGeom prst="straightConnector1">
            <a:avLst/>
          </a:prstGeom>
          <a:noFill/>
          <a:ln w="38100" cap="flat" cmpd="sng">
            <a:solidFill>
              <a:srgbClr val="22231D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9" name="Google Shape;29;p4"/>
          <p:cNvGrpSpPr/>
          <p:nvPr/>
        </p:nvGrpSpPr>
        <p:grpSpPr>
          <a:xfrm>
            <a:off x="17222863" y="9113638"/>
            <a:ext cx="1169031" cy="1173367"/>
            <a:chOff x="0" y="-38100"/>
            <a:chExt cx="307891" cy="309033"/>
          </a:xfrm>
        </p:grpSpPr>
        <p:sp>
          <p:nvSpPr>
            <p:cNvPr id="30" name="Google Shape;30;p4"/>
            <p:cNvSpPr/>
            <p:nvPr/>
          </p:nvSpPr>
          <p:spPr>
            <a:xfrm>
              <a:off x="0" y="0"/>
              <a:ext cx="307891" cy="270933"/>
            </a:xfrm>
            <a:custGeom>
              <a:avLst/>
              <a:gdLst/>
              <a:ahLst/>
              <a:cxnLst/>
              <a:rect l="l" t="t" r="r" b="b"/>
              <a:pathLst>
                <a:path w="307891" h="270933" extrusionOk="0">
                  <a:moveTo>
                    <a:pt x="0" y="0"/>
                  </a:moveTo>
                  <a:lnTo>
                    <a:pt x="307891" y="0"/>
                  </a:lnTo>
                  <a:lnTo>
                    <a:pt x="307891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2231D"/>
            </a:solidFill>
            <a:ln>
              <a:noFill/>
            </a:ln>
          </p:spPr>
        </p:sp>
        <p:sp>
          <p:nvSpPr>
            <p:cNvPr id="31" name="Google Shape;31;p4"/>
            <p:cNvSpPr txBox="1"/>
            <p:nvPr/>
          </p:nvSpPr>
          <p:spPr>
            <a:xfrm>
              <a:off x="0" y="-38100"/>
              <a:ext cx="3078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" name="Google Shape;32;p4"/>
          <p:cNvSpPr/>
          <p:nvPr/>
        </p:nvSpPr>
        <p:spPr>
          <a:xfrm>
            <a:off x="17521705" y="9505156"/>
            <a:ext cx="552292" cy="611188"/>
          </a:xfrm>
          <a:custGeom>
            <a:avLst/>
            <a:gdLst/>
            <a:ahLst/>
            <a:cxnLst/>
            <a:rect l="l" t="t" r="r" b="b"/>
            <a:pathLst>
              <a:path w="552292" h="611188" extrusionOk="0">
                <a:moveTo>
                  <a:pt x="0" y="0"/>
                </a:moveTo>
                <a:lnTo>
                  <a:pt x="552291" y="0"/>
                </a:lnTo>
                <a:lnTo>
                  <a:pt x="552291" y="611188"/>
                </a:lnTo>
                <a:lnTo>
                  <a:pt x="0" y="6111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3" name="Google Shape;33;p4"/>
          <p:cNvSpPr txBox="1"/>
          <p:nvPr/>
        </p:nvSpPr>
        <p:spPr>
          <a:xfrm rot="5400000">
            <a:off x="17255438" y="796914"/>
            <a:ext cx="1020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22231D"/>
                </a:solidFill>
                <a:latin typeface="Arimo"/>
                <a:ea typeface="Arimo"/>
                <a:cs typeface="Arimo"/>
                <a:sym typeface="Arimo"/>
              </a:rPr>
              <a:t>LOGO</a:t>
            </a:r>
            <a:endParaRPr/>
          </a:p>
        </p:txBody>
      </p:sp>
      <p:sp>
        <p:nvSpPr>
          <p:cNvPr id="34" name="Google Shape;34;p4"/>
          <p:cNvSpPr txBox="1"/>
          <p:nvPr/>
        </p:nvSpPr>
        <p:spPr>
          <a:xfrm rot="5400000">
            <a:off x="17579214" y="4859712"/>
            <a:ext cx="3543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D2CEBC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1019984" y="661475"/>
            <a:ext cx="134136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5257788" y="715436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3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3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300"/>
              <a:buNone/>
              <a:defRPr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300"/>
              <a:buNone/>
              <a:defRPr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300"/>
              <a:buNone/>
              <a:defRPr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300"/>
              <a:buNone/>
              <a:defRPr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300"/>
              <a:buNone/>
              <a:defRPr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300"/>
              <a:buNone/>
              <a:defRPr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300"/>
              <a:buNone/>
              <a:defRPr/>
            </a:lvl9pPr>
          </a:lstStyle>
          <a:p>
            <a:endParaRPr/>
          </a:p>
        </p:txBody>
      </p:sp>
      <p:grpSp>
        <p:nvGrpSpPr>
          <p:cNvPr id="38" name="Google Shape;38;p5"/>
          <p:cNvGrpSpPr/>
          <p:nvPr/>
        </p:nvGrpSpPr>
        <p:grpSpPr>
          <a:xfrm>
            <a:off x="17222863" y="-144662"/>
            <a:ext cx="1169031" cy="2123226"/>
            <a:chOff x="0" y="-38100"/>
            <a:chExt cx="307891" cy="559200"/>
          </a:xfrm>
        </p:grpSpPr>
        <p:sp>
          <p:nvSpPr>
            <p:cNvPr id="39" name="Google Shape;39;p5"/>
            <p:cNvSpPr/>
            <p:nvPr/>
          </p:nvSpPr>
          <p:spPr>
            <a:xfrm>
              <a:off x="0" y="0"/>
              <a:ext cx="307891" cy="521081"/>
            </a:xfrm>
            <a:custGeom>
              <a:avLst/>
              <a:gdLst/>
              <a:ahLst/>
              <a:cxnLst/>
              <a:rect l="l" t="t" r="r" b="b"/>
              <a:pathLst>
                <a:path w="307891" h="521081" extrusionOk="0">
                  <a:moveTo>
                    <a:pt x="0" y="0"/>
                  </a:moveTo>
                  <a:lnTo>
                    <a:pt x="307891" y="0"/>
                  </a:lnTo>
                  <a:lnTo>
                    <a:pt x="307891" y="521081"/>
                  </a:lnTo>
                  <a:lnTo>
                    <a:pt x="0" y="521081"/>
                  </a:lnTo>
                  <a:close/>
                </a:path>
              </a:pathLst>
            </a:custGeom>
            <a:solidFill>
              <a:srgbClr val="B6AC5D"/>
            </a:solidFill>
            <a:ln>
              <a:noFill/>
            </a:ln>
          </p:spPr>
        </p:sp>
        <p:sp>
          <p:nvSpPr>
            <p:cNvPr id="40" name="Google Shape;40;p5"/>
            <p:cNvSpPr txBox="1"/>
            <p:nvPr/>
          </p:nvSpPr>
          <p:spPr>
            <a:xfrm>
              <a:off x="0" y="-38100"/>
              <a:ext cx="307800" cy="5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1" name="Google Shape;41;p5"/>
          <p:cNvCxnSpPr/>
          <p:nvPr/>
        </p:nvCxnSpPr>
        <p:spPr>
          <a:xfrm>
            <a:off x="17240250" y="-954183"/>
            <a:ext cx="0" cy="11241300"/>
          </a:xfrm>
          <a:prstGeom prst="straightConnector1">
            <a:avLst/>
          </a:prstGeom>
          <a:noFill/>
          <a:ln w="38100" cap="flat" cmpd="sng">
            <a:solidFill>
              <a:srgbClr val="22231D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2" name="Google Shape;42;p5"/>
          <p:cNvGrpSpPr/>
          <p:nvPr/>
        </p:nvGrpSpPr>
        <p:grpSpPr>
          <a:xfrm>
            <a:off x="17222863" y="9113638"/>
            <a:ext cx="1169031" cy="1173367"/>
            <a:chOff x="0" y="-38100"/>
            <a:chExt cx="307891" cy="309033"/>
          </a:xfrm>
        </p:grpSpPr>
        <p:sp>
          <p:nvSpPr>
            <p:cNvPr id="43" name="Google Shape;43;p5"/>
            <p:cNvSpPr/>
            <p:nvPr/>
          </p:nvSpPr>
          <p:spPr>
            <a:xfrm>
              <a:off x="0" y="0"/>
              <a:ext cx="307891" cy="270933"/>
            </a:xfrm>
            <a:custGeom>
              <a:avLst/>
              <a:gdLst/>
              <a:ahLst/>
              <a:cxnLst/>
              <a:rect l="l" t="t" r="r" b="b"/>
              <a:pathLst>
                <a:path w="307891" h="270933" extrusionOk="0">
                  <a:moveTo>
                    <a:pt x="0" y="0"/>
                  </a:moveTo>
                  <a:lnTo>
                    <a:pt x="307891" y="0"/>
                  </a:lnTo>
                  <a:lnTo>
                    <a:pt x="307891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2231D"/>
            </a:solidFill>
            <a:ln>
              <a:noFill/>
            </a:ln>
          </p:spPr>
        </p:sp>
        <p:sp>
          <p:nvSpPr>
            <p:cNvPr id="44" name="Google Shape;44;p5"/>
            <p:cNvSpPr txBox="1"/>
            <p:nvPr/>
          </p:nvSpPr>
          <p:spPr>
            <a:xfrm>
              <a:off x="0" y="-38100"/>
              <a:ext cx="3078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" name="Google Shape;45;p5"/>
          <p:cNvSpPr/>
          <p:nvPr/>
        </p:nvSpPr>
        <p:spPr>
          <a:xfrm>
            <a:off x="17521705" y="9505156"/>
            <a:ext cx="552292" cy="611188"/>
          </a:xfrm>
          <a:custGeom>
            <a:avLst/>
            <a:gdLst/>
            <a:ahLst/>
            <a:cxnLst/>
            <a:rect l="l" t="t" r="r" b="b"/>
            <a:pathLst>
              <a:path w="552292" h="611188" extrusionOk="0">
                <a:moveTo>
                  <a:pt x="0" y="0"/>
                </a:moveTo>
                <a:lnTo>
                  <a:pt x="552291" y="0"/>
                </a:lnTo>
                <a:lnTo>
                  <a:pt x="552291" y="611188"/>
                </a:lnTo>
                <a:lnTo>
                  <a:pt x="0" y="6111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6" name="Google Shape;46;p5"/>
          <p:cNvSpPr txBox="1"/>
          <p:nvPr/>
        </p:nvSpPr>
        <p:spPr>
          <a:xfrm rot="5400000">
            <a:off x="17255438" y="796914"/>
            <a:ext cx="1020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22231D"/>
                </a:solidFill>
                <a:latin typeface="Arimo"/>
                <a:ea typeface="Arimo"/>
                <a:cs typeface="Arimo"/>
                <a:sym typeface="Arimo"/>
              </a:rPr>
              <a:t>LOGO</a:t>
            </a:r>
            <a:endParaRPr/>
          </a:p>
        </p:txBody>
      </p:sp>
      <p:sp>
        <p:nvSpPr>
          <p:cNvPr id="47" name="Google Shape;47;p5"/>
          <p:cNvSpPr txBox="1"/>
          <p:nvPr/>
        </p:nvSpPr>
        <p:spPr>
          <a:xfrm rot="5400000">
            <a:off x="17579214" y="4859712"/>
            <a:ext cx="3543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D2CEBC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1000725" y="1724100"/>
            <a:ext cx="13155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3597863" y="4748725"/>
            <a:ext cx="54435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465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1pPr>
            <a:lvl2pPr marL="914400" lvl="1" indent="-3746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/>
            </a:lvl2pPr>
            <a:lvl3pPr marL="1371600" lvl="2" indent="-3746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3pPr>
            <a:lvl4pPr marL="1828800" lvl="3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/>
            </a:lvl4pPr>
            <a:lvl5pPr marL="2286000" lvl="4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Char char="»"/>
              <a:defRPr/>
            </a:lvl5pPr>
            <a:lvl6pPr marL="2743200" lvl="5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6pPr>
            <a:lvl7pPr marL="3200400" lvl="6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7pPr>
            <a:lvl8pPr marL="3657600" lvl="7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8pPr>
            <a:lvl9pPr marL="4114800" lvl="8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2"/>
          </p:nvPr>
        </p:nvSpPr>
        <p:spPr>
          <a:xfrm>
            <a:off x="9246628" y="4748725"/>
            <a:ext cx="54435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465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1pPr>
            <a:lvl2pPr marL="914400" lvl="1" indent="-3746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/>
            </a:lvl2pPr>
            <a:lvl3pPr marL="1371600" lvl="2" indent="-3746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3pPr>
            <a:lvl4pPr marL="1828800" lvl="3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/>
            </a:lvl4pPr>
            <a:lvl5pPr marL="2286000" lvl="4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Char char="»"/>
              <a:defRPr/>
            </a:lvl5pPr>
            <a:lvl6pPr marL="2743200" lvl="5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6pPr>
            <a:lvl7pPr marL="3200400" lvl="6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7pPr>
            <a:lvl8pPr marL="3657600" lvl="7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8pPr>
            <a:lvl9pPr marL="4114800" lvl="8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9pPr>
          </a:lstStyle>
          <a:p>
            <a:endParaRPr/>
          </a:p>
        </p:txBody>
      </p:sp>
      <p:grpSp>
        <p:nvGrpSpPr>
          <p:cNvPr id="52" name="Google Shape;52;p6"/>
          <p:cNvGrpSpPr/>
          <p:nvPr/>
        </p:nvGrpSpPr>
        <p:grpSpPr>
          <a:xfrm>
            <a:off x="17222863" y="-144662"/>
            <a:ext cx="1169031" cy="2123226"/>
            <a:chOff x="0" y="-38100"/>
            <a:chExt cx="307891" cy="559200"/>
          </a:xfrm>
        </p:grpSpPr>
        <p:sp>
          <p:nvSpPr>
            <p:cNvPr id="53" name="Google Shape;53;p6"/>
            <p:cNvSpPr/>
            <p:nvPr/>
          </p:nvSpPr>
          <p:spPr>
            <a:xfrm>
              <a:off x="0" y="0"/>
              <a:ext cx="307891" cy="521081"/>
            </a:xfrm>
            <a:custGeom>
              <a:avLst/>
              <a:gdLst/>
              <a:ahLst/>
              <a:cxnLst/>
              <a:rect l="l" t="t" r="r" b="b"/>
              <a:pathLst>
                <a:path w="307891" h="521081" extrusionOk="0">
                  <a:moveTo>
                    <a:pt x="0" y="0"/>
                  </a:moveTo>
                  <a:lnTo>
                    <a:pt x="307891" y="0"/>
                  </a:lnTo>
                  <a:lnTo>
                    <a:pt x="307891" y="521081"/>
                  </a:lnTo>
                  <a:lnTo>
                    <a:pt x="0" y="521081"/>
                  </a:lnTo>
                  <a:close/>
                </a:path>
              </a:pathLst>
            </a:custGeom>
            <a:solidFill>
              <a:srgbClr val="B6AC5D"/>
            </a:solidFill>
            <a:ln>
              <a:noFill/>
            </a:ln>
          </p:spPr>
        </p:sp>
        <p:sp>
          <p:nvSpPr>
            <p:cNvPr id="54" name="Google Shape;54;p6"/>
            <p:cNvSpPr txBox="1"/>
            <p:nvPr/>
          </p:nvSpPr>
          <p:spPr>
            <a:xfrm>
              <a:off x="0" y="-38100"/>
              <a:ext cx="307800" cy="5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5" name="Google Shape;55;p6"/>
          <p:cNvCxnSpPr/>
          <p:nvPr/>
        </p:nvCxnSpPr>
        <p:spPr>
          <a:xfrm>
            <a:off x="17240250" y="-954183"/>
            <a:ext cx="0" cy="11241300"/>
          </a:xfrm>
          <a:prstGeom prst="straightConnector1">
            <a:avLst/>
          </a:prstGeom>
          <a:noFill/>
          <a:ln w="38100" cap="flat" cmpd="sng">
            <a:solidFill>
              <a:srgbClr val="22231D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6" name="Google Shape;56;p6"/>
          <p:cNvGrpSpPr/>
          <p:nvPr/>
        </p:nvGrpSpPr>
        <p:grpSpPr>
          <a:xfrm>
            <a:off x="17222863" y="9113638"/>
            <a:ext cx="1169031" cy="1173367"/>
            <a:chOff x="0" y="-38100"/>
            <a:chExt cx="307891" cy="309033"/>
          </a:xfrm>
        </p:grpSpPr>
        <p:sp>
          <p:nvSpPr>
            <p:cNvPr id="57" name="Google Shape;57;p6"/>
            <p:cNvSpPr/>
            <p:nvPr/>
          </p:nvSpPr>
          <p:spPr>
            <a:xfrm>
              <a:off x="0" y="0"/>
              <a:ext cx="307891" cy="270933"/>
            </a:xfrm>
            <a:custGeom>
              <a:avLst/>
              <a:gdLst/>
              <a:ahLst/>
              <a:cxnLst/>
              <a:rect l="l" t="t" r="r" b="b"/>
              <a:pathLst>
                <a:path w="307891" h="270933" extrusionOk="0">
                  <a:moveTo>
                    <a:pt x="0" y="0"/>
                  </a:moveTo>
                  <a:lnTo>
                    <a:pt x="307891" y="0"/>
                  </a:lnTo>
                  <a:lnTo>
                    <a:pt x="307891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2231D"/>
            </a:solidFill>
            <a:ln>
              <a:noFill/>
            </a:ln>
          </p:spPr>
        </p:sp>
        <p:sp>
          <p:nvSpPr>
            <p:cNvPr id="58" name="Google Shape;58;p6"/>
            <p:cNvSpPr txBox="1"/>
            <p:nvPr/>
          </p:nvSpPr>
          <p:spPr>
            <a:xfrm>
              <a:off x="0" y="-38100"/>
              <a:ext cx="3078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6"/>
          <p:cNvSpPr/>
          <p:nvPr/>
        </p:nvSpPr>
        <p:spPr>
          <a:xfrm>
            <a:off x="17521705" y="9505156"/>
            <a:ext cx="552292" cy="611188"/>
          </a:xfrm>
          <a:custGeom>
            <a:avLst/>
            <a:gdLst/>
            <a:ahLst/>
            <a:cxnLst/>
            <a:rect l="l" t="t" r="r" b="b"/>
            <a:pathLst>
              <a:path w="552292" h="611188" extrusionOk="0">
                <a:moveTo>
                  <a:pt x="0" y="0"/>
                </a:moveTo>
                <a:lnTo>
                  <a:pt x="552291" y="0"/>
                </a:lnTo>
                <a:lnTo>
                  <a:pt x="552291" y="611188"/>
                </a:lnTo>
                <a:lnTo>
                  <a:pt x="0" y="6111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0" name="Google Shape;60;p6"/>
          <p:cNvSpPr txBox="1"/>
          <p:nvPr/>
        </p:nvSpPr>
        <p:spPr>
          <a:xfrm rot="5400000">
            <a:off x="17255438" y="796914"/>
            <a:ext cx="1020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22231D"/>
                </a:solidFill>
                <a:latin typeface="Arimo"/>
                <a:ea typeface="Arimo"/>
                <a:cs typeface="Arimo"/>
                <a:sym typeface="Arimo"/>
              </a:rPr>
              <a:t>LOGO</a:t>
            </a:r>
            <a:endParaRPr/>
          </a:p>
        </p:txBody>
      </p:sp>
      <p:sp>
        <p:nvSpPr>
          <p:cNvPr id="61" name="Google Shape;61;p6"/>
          <p:cNvSpPr txBox="1"/>
          <p:nvPr/>
        </p:nvSpPr>
        <p:spPr>
          <a:xfrm rot="5400000">
            <a:off x="17579214" y="4859712"/>
            <a:ext cx="3543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D2CEBC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1000725" y="1724100"/>
            <a:ext cx="13155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body" idx="1"/>
          </p:nvPr>
        </p:nvSpPr>
        <p:spPr>
          <a:xfrm>
            <a:off x="3859650" y="4874850"/>
            <a:ext cx="51882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46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1pPr>
            <a:lvl2pPr marL="914400" lvl="1" indent="-3746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/>
            </a:lvl2pPr>
            <a:lvl3pPr marL="1371600" lvl="2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3pPr>
            <a:lvl4pPr marL="1828800" lvl="3" indent="-3746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/>
            </a:lvl4pPr>
            <a:lvl5pPr marL="2286000" lvl="4" indent="-3746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Char char="»"/>
              <a:defRPr/>
            </a:lvl5pPr>
            <a:lvl6pPr marL="2743200" lvl="5" indent="-3746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6pPr>
            <a:lvl7pPr marL="3200400" lvl="6" indent="-3746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7pPr>
            <a:lvl8pPr marL="3657600" lvl="7" indent="-3746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8pPr>
            <a:lvl9pPr marL="4114800" lvl="8" indent="-3746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body" idx="2"/>
          </p:nvPr>
        </p:nvSpPr>
        <p:spPr>
          <a:xfrm>
            <a:off x="9237746" y="4874850"/>
            <a:ext cx="51906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46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1pPr>
            <a:lvl2pPr marL="914400" lvl="1" indent="-3746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/>
            </a:lvl2pPr>
            <a:lvl3pPr marL="1371600" lvl="2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3pPr>
            <a:lvl4pPr marL="1828800" lvl="3" indent="-3746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/>
            </a:lvl4pPr>
            <a:lvl5pPr marL="2286000" lvl="4" indent="-3746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Char char="»"/>
              <a:defRPr/>
            </a:lvl5pPr>
            <a:lvl6pPr marL="2743200" lvl="5" indent="-3746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6pPr>
            <a:lvl7pPr marL="3200400" lvl="6" indent="-3746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7pPr>
            <a:lvl8pPr marL="3657600" lvl="7" indent="-3746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8pPr>
            <a:lvl9pPr marL="4114800" lvl="8" indent="-3746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9pPr>
          </a:lstStyle>
          <a:p>
            <a:endParaRPr/>
          </a:p>
        </p:txBody>
      </p:sp>
      <p:grpSp>
        <p:nvGrpSpPr>
          <p:cNvPr id="66" name="Google Shape;66;p7"/>
          <p:cNvGrpSpPr/>
          <p:nvPr/>
        </p:nvGrpSpPr>
        <p:grpSpPr>
          <a:xfrm>
            <a:off x="17222863" y="-144662"/>
            <a:ext cx="1169031" cy="2123226"/>
            <a:chOff x="0" y="-38100"/>
            <a:chExt cx="307891" cy="559200"/>
          </a:xfrm>
        </p:grpSpPr>
        <p:sp>
          <p:nvSpPr>
            <p:cNvPr id="67" name="Google Shape;67;p7"/>
            <p:cNvSpPr/>
            <p:nvPr/>
          </p:nvSpPr>
          <p:spPr>
            <a:xfrm>
              <a:off x="0" y="0"/>
              <a:ext cx="307891" cy="521081"/>
            </a:xfrm>
            <a:custGeom>
              <a:avLst/>
              <a:gdLst/>
              <a:ahLst/>
              <a:cxnLst/>
              <a:rect l="l" t="t" r="r" b="b"/>
              <a:pathLst>
                <a:path w="307891" h="521081" extrusionOk="0">
                  <a:moveTo>
                    <a:pt x="0" y="0"/>
                  </a:moveTo>
                  <a:lnTo>
                    <a:pt x="307891" y="0"/>
                  </a:lnTo>
                  <a:lnTo>
                    <a:pt x="307891" y="521081"/>
                  </a:lnTo>
                  <a:lnTo>
                    <a:pt x="0" y="521081"/>
                  </a:lnTo>
                  <a:close/>
                </a:path>
              </a:pathLst>
            </a:custGeom>
            <a:solidFill>
              <a:srgbClr val="B6AC5D"/>
            </a:solidFill>
            <a:ln>
              <a:noFill/>
            </a:ln>
          </p:spPr>
        </p:sp>
        <p:sp>
          <p:nvSpPr>
            <p:cNvPr id="68" name="Google Shape;68;p7"/>
            <p:cNvSpPr txBox="1"/>
            <p:nvPr/>
          </p:nvSpPr>
          <p:spPr>
            <a:xfrm>
              <a:off x="0" y="-38100"/>
              <a:ext cx="307800" cy="5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9" name="Google Shape;69;p7"/>
          <p:cNvCxnSpPr/>
          <p:nvPr/>
        </p:nvCxnSpPr>
        <p:spPr>
          <a:xfrm>
            <a:off x="17240250" y="-954183"/>
            <a:ext cx="0" cy="11241300"/>
          </a:xfrm>
          <a:prstGeom prst="straightConnector1">
            <a:avLst/>
          </a:prstGeom>
          <a:noFill/>
          <a:ln w="38100" cap="flat" cmpd="sng">
            <a:solidFill>
              <a:srgbClr val="22231D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0" name="Google Shape;70;p7"/>
          <p:cNvGrpSpPr/>
          <p:nvPr/>
        </p:nvGrpSpPr>
        <p:grpSpPr>
          <a:xfrm>
            <a:off x="17222863" y="9113638"/>
            <a:ext cx="1169031" cy="1173367"/>
            <a:chOff x="0" y="-38100"/>
            <a:chExt cx="307891" cy="309033"/>
          </a:xfrm>
        </p:grpSpPr>
        <p:sp>
          <p:nvSpPr>
            <p:cNvPr id="71" name="Google Shape;71;p7"/>
            <p:cNvSpPr/>
            <p:nvPr/>
          </p:nvSpPr>
          <p:spPr>
            <a:xfrm>
              <a:off x="0" y="0"/>
              <a:ext cx="307891" cy="270933"/>
            </a:xfrm>
            <a:custGeom>
              <a:avLst/>
              <a:gdLst/>
              <a:ahLst/>
              <a:cxnLst/>
              <a:rect l="l" t="t" r="r" b="b"/>
              <a:pathLst>
                <a:path w="307891" h="270933" extrusionOk="0">
                  <a:moveTo>
                    <a:pt x="0" y="0"/>
                  </a:moveTo>
                  <a:lnTo>
                    <a:pt x="307891" y="0"/>
                  </a:lnTo>
                  <a:lnTo>
                    <a:pt x="307891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2231D"/>
            </a:solidFill>
            <a:ln>
              <a:noFill/>
            </a:ln>
          </p:spPr>
        </p:sp>
        <p:sp>
          <p:nvSpPr>
            <p:cNvPr id="72" name="Google Shape;72;p7"/>
            <p:cNvSpPr txBox="1"/>
            <p:nvPr/>
          </p:nvSpPr>
          <p:spPr>
            <a:xfrm>
              <a:off x="0" y="-38100"/>
              <a:ext cx="3078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" name="Google Shape;73;p7"/>
          <p:cNvSpPr/>
          <p:nvPr/>
        </p:nvSpPr>
        <p:spPr>
          <a:xfrm>
            <a:off x="17521705" y="9505156"/>
            <a:ext cx="552292" cy="611188"/>
          </a:xfrm>
          <a:custGeom>
            <a:avLst/>
            <a:gdLst/>
            <a:ahLst/>
            <a:cxnLst/>
            <a:rect l="l" t="t" r="r" b="b"/>
            <a:pathLst>
              <a:path w="552292" h="611188" extrusionOk="0">
                <a:moveTo>
                  <a:pt x="0" y="0"/>
                </a:moveTo>
                <a:lnTo>
                  <a:pt x="552291" y="0"/>
                </a:lnTo>
                <a:lnTo>
                  <a:pt x="552291" y="611188"/>
                </a:lnTo>
                <a:lnTo>
                  <a:pt x="0" y="6111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4" name="Google Shape;74;p7"/>
          <p:cNvSpPr txBox="1"/>
          <p:nvPr/>
        </p:nvSpPr>
        <p:spPr>
          <a:xfrm rot="5400000">
            <a:off x="17255438" y="796914"/>
            <a:ext cx="1020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22231D"/>
                </a:solidFill>
                <a:latin typeface="Arimo"/>
                <a:ea typeface="Arimo"/>
                <a:cs typeface="Arimo"/>
                <a:sym typeface="Arimo"/>
              </a:rPr>
              <a:t>LOGO</a:t>
            </a:r>
            <a:endParaRPr/>
          </a:p>
        </p:txBody>
      </p:sp>
      <p:sp>
        <p:nvSpPr>
          <p:cNvPr id="75" name="Google Shape;75;p7"/>
          <p:cNvSpPr txBox="1"/>
          <p:nvPr/>
        </p:nvSpPr>
        <p:spPr>
          <a:xfrm rot="5400000">
            <a:off x="17579214" y="4859712"/>
            <a:ext cx="3543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D2CEBC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>
            <a:spLocks noGrp="1"/>
          </p:cNvSpPr>
          <p:nvPr>
            <p:ph type="title"/>
          </p:nvPr>
        </p:nvSpPr>
        <p:spPr>
          <a:xfrm>
            <a:off x="1000725" y="1647900"/>
            <a:ext cx="13155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8"/>
          <p:cNvGrpSpPr/>
          <p:nvPr/>
        </p:nvGrpSpPr>
        <p:grpSpPr>
          <a:xfrm>
            <a:off x="17222863" y="-144662"/>
            <a:ext cx="1169031" cy="2123226"/>
            <a:chOff x="0" y="-38100"/>
            <a:chExt cx="307891" cy="559200"/>
          </a:xfrm>
        </p:grpSpPr>
        <p:sp>
          <p:nvSpPr>
            <p:cNvPr id="79" name="Google Shape;79;p8"/>
            <p:cNvSpPr/>
            <p:nvPr/>
          </p:nvSpPr>
          <p:spPr>
            <a:xfrm>
              <a:off x="0" y="0"/>
              <a:ext cx="307891" cy="521081"/>
            </a:xfrm>
            <a:custGeom>
              <a:avLst/>
              <a:gdLst/>
              <a:ahLst/>
              <a:cxnLst/>
              <a:rect l="l" t="t" r="r" b="b"/>
              <a:pathLst>
                <a:path w="307891" h="521081" extrusionOk="0">
                  <a:moveTo>
                    <a:pt x="0" y="0"/>
                  </a:moveTo>
                  <a:lnTo>
                    <a:pt x="307891" y="0"/>
                  </a:lnTo>
                  <a:lnTo>
                    <a:pt x="307891" y="521081"/>
                  </a:lnTo>
                  <a:lnTo>
                    <a:pt x="0" y="521081"/>
                  </a:lnTo>
                  <a:close/>
                </a:path>
              </a:pathLst>
            </a:custGeom>
            <a:solidFill>
              <a:srgbClr val="B6AC5D"/>
            </a:solidFill>
            <a:ln>
              <a:noFill/>
            </a:ln>
          </p:spPr>
        </p:sp>
        <p:sp>
          <p:nvSpPr>
            <p:cNvPr id="80" name="Google Shape;80;p8"/>
            <p:cNvSpPr txBox="1"/>
            <p:nvPr/>
          </p:nvSpPr>
          <p:spPr>
            <a:xfrm>
              <a:off x="0" y="-38100"/>
              <a:ext cx="307800" cy="5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1" name="Google Shape;81;p8"/>
          <p:cNvCxnSpPr/>
          <p:nvPr/>
        </p:nvCxnSpPr>
        <p:spPr>
          <a:xfrm>
            <a:off x="17240250" y="-954183"/>
            <a:ext cx="0" cy="11241300"/>
          </a:xfrm>
          <a:prstGeom prst="straightConnector1">
            <a:avLst/>
          </a:prstGeom>
          <a:noFill/>
          <a:ln w="38100" cap="flat" cmpd="sng">
            <a:solidFill>
              <a:srgbClr val="22231D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2" name="Google Shape;82;p8"/>
          <p:cNvGrpSpPr/>
          <p:nvPr/>
        </p:nvGrpSpPr>
        <p:grpSpPr>
          <a:xfrm>
            <a:off x="17222863" y="9113638"/>
            <a:ext cx="1169031" cy="1173367"/>
            <a:chOff x="0" y="-38100"/>
            <a:chExt cx="307891" cy="309033"/>
          </a:xfrm>
        </p:grpSpPr>
        <p:sp>
          <p:nvSpPr>
            <p:cNvPr id="83" name="Google Shape;83;p8"/>
            <p:cNvSpPr/>
            <p:nvPr/>
          </p:nvSpPr>
          <p:spPr>
            <a:xfrm>
              <a:off x="0" y="0"/>
              <a:ext cx="307891" cy="270933"/>
            </a:xfrm>
            <a:custGeom>
              <a:avLst/>
              <a:gdLst/>
              <a:ahLst/>
              <a:cxnLst/>
              <a:rect l="l" t="t" r="r" b="b"/>
              <a:pathLst>
                <a:path w="307891" h="270933" extrusionOk="0">
                  <a:moveTo>
                    <a:pt x="0" y="0"/>
                  </a:moveTo>
                  <a:lnTo>
                    <a:pt x="307891" y="0"/>
                  </a:lnTo>
                  <a:lnTo>
                    <a:pt x="307891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2231D"/>
            </a:solidFill>
            <a:ln>
              <a:noFill/>
            </a:ln>
          </p:spPr>
        </p:sp>
        <p:sp>
          <p:nvSpPr>
            <p:cNvPr id="84" name="Google Shape;84;p8"/>
            <p:cNvSpPr txBox="1"/>
            <p:nvPr/>
          </p:nvSpPr>
          <p:spPr>
            <a:xfrm>
              <a:off x="0" y="-38100"/>
              <a:ext cx="3078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" name="Google Shape;85;p8"/>
          <p:cNvSpPr/>
          <p:nvPr/>
        </p:nvSpPr>
        <p:spPr>
          <a:xfrm>
            <a:off x="17521705" y="9505156"/>
            <a:ext cx="552292" cy="611188"/>
          </a:xfrm>
          <a:custGeom>
            <a:avLst/>
            <a:gdLst/>
            <a:ahLst/>
            <a:cxnLst/>
            <a:rect l="l" t="t" r="r" b="b"/>
            <a:pathLst>
              <a:path w="552292" h="611188" extrusionOk="0">
                <a:moveTo>
                  <a:pt x="0" y="0"/>
                </a:moveTo>
                <a:lnTo>
                  <a:pt x="552291" y="0"/>
                </a:lnTo>
                <a:lnTo>
                  <a:pt x="552291" y="611188"/>
                </a:lnTo>
                <a:lnTo>
                  <a:pt x="0" y="6111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6" name="Google Shape;86;p8"/>
          <p:cNvSpPr txBox="1"/>
          <p:nvPr/>
        </p:nvSpPr>
        <p:spPr>
          <a:xfrm rot="5400000">
            <a:off x="17255438" y="796914"/>
            <a:ext cx="1020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22231D"/>
                </a:solidFill>
                <a:latin typeface="Arimo"/>
                <a:ea typeface="Arimo"/>
                <a:cs typeface="Arimo"/>
                <a:sym typeface="Arimo"/>
              </a:rPr>
              <a:t>LOGO</a:t>
            </a:r>
            <a:endParaRPr/>
          </a:p>
        </p:txBody>
      </p:sp>
      <p:sp>
        <p:nvSpPr>
          <p:cNvPr id="87" name="Google Shape;87;p8"/>
          <p:cNvSpPr txBox="1"/>
          <p:nvPr/>
        </p:nvSpPr>
        <p:spPr>
          <a:xfrm rot="5400000">
            <a:off x="17579214" y="4859712"/>
            <a:ext cx="3543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D2CEBC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>
            <a:spLocks noGrp="1"/>
          </p:cNvSpPr>
          <p:nvPr>
            <p:ph type="title"/>
          </p:nvPr>
        </p:nvSpPr>
        <p:spPr>
          <a:xfrm>
            <a:off x="1009375" y="2664375"/>
            <a:ext cx="140211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0"/>
              <a:buFont typeface="Anton"/>
              <a:buNone/>
              <a:defRPr sz="100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0"/>
              <a:buFont typeface="Anton"/>
              <a:buNone/>
              <a:defRPr sz="100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0"/>
              <a:buFont typeface="Anton"/>
              <a:buNone/>
              <a:defRPr sz="100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0"/>
              <a:buFont typeface="Anton"/>
              <a:buNone/>
              <a:defRPr sz="100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0"/>
              <a:buFont typeface="Anton"/>
              <a:buNone/>
              <a:defRPr sz="100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0"/>
              <a:buFont typeface="Anton"/>
              <a:buNone/>
              <a:defRPr sz="100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0"/>
              <a:buFont typeface="Anton"/>
              <a:buNone/>
              <a:defRPr sz="100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0"/>
              <a:buFont typeface="Anton"/>
              <a:buNone/>
              <a:defRPr sz="100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90" name="Google Shape;90;p9"/>
          <p:cNvSpPr txBox="1">
            <a:spLocks noGrp="1"/>
          </p:cNvSpPr>
          <p:nvPr>
            <p:ph type="body" idx="1"/>
          </p:nvPr>
        </p:nvSpPr>
        <p:spPr>
          <a:xfrm>
            <a:off x="9541275" y="42633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465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1pPr>
            <a:lvl2pPr marL="914400" lvl="1" indent="-37465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/>
            </a:lvl2pPr>
            <a:lvl3pPr marL="1371600" lvl="2" indent="-3746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3pPr>
            <a:lvl4pPr marL="1828800" lvl="3" indent="-3746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/>
            </a:lvl4pPr>
            <a:lvl5pPr marL="2286000" lvl="4" indent="-3746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»"/>
              <a:defRPr/>
            </a:lvl5pPr>
            <a:lvl6pPr marL="2743200" lvl="5" indent="-3746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6pPr>
            <a:lvl7pPr marL="3200400" lvl="6" indent="-3746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7pPr>
            <a:lvl8pPr marL="3657600" lvl="7" indent="-3746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8pPr>
            <a:lvl9pPr marL="4114800" lvl="8" indent="-3746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9"/>
          <p:cNvSpPr txBox="1">
            <a:spLocks noGrp="1"/>
          </p:cNvSpPr>
          <p:nvPr>
            <p:ph type="body" idx="2"/>
          </p:nvPr>
        </p:nvSpPr>
        <p:spPr>
          <a:xfrm>
            <a:off x="3635025" y="4372525"/>
            <a:ext cx="55551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9pPr>
          </a:lstStyle>
          <a:p>
            <a:endParaRPr/>
          </a:p>
        </p:txBody>
      </p:sp>
      <p:grpSp>
        <p:nvGrpSpPr>
          <p:cNvPr id="92" name="Google Shape;92;p9"/>
          <p:cNvGrpSpPr/>
          <p:nvPr/>
        </p:nvGrpSpPr>
        <p:grpSpPr>
          <a:xfrm>
            <a:off x="17222863" y="-144662"/>
            <a:ext cx="1169031" cy="2123226"/>
            <a:chOff x="0" y="-38100"/>
            <a:chExt cx="307891" cy="559200"/>
          </a:xfrm>
        </p:grpSpPr>
        <p:sp>
          <p:nvSpPr>
            <p:cNvPr id="93" name="Google Shape;93;p9"/>
            <p:cNvSpPr/>
            <p:nvPr/>
          </p:nvSpPr>
          <p:spPr>
            <a:xfrm>
              <a:off x="0" y="0"/>
              <a:ext cx="307891" cy="521081"/>
            </a:xfrm>
            <a:custGeom>
              <a:avLst/>
              <a:gdLst/>
              <a:ahLst/>
              <a:cxnLst/>
              <a:rect l="l" t="t" r="r" b="b"/>
              <a:pathLst>
                <a:path w="307891" h="521081" extrusionOk="0">
                  <a:moveTo>
                    <a:pt x="0" y="0"/>
                  </a:moveTo>
                  <a:lnTo>
                    <a:pt x="307891" y="0"/>
                  </a:lnTo>
                  <a:lnTo>
                    <a:pt x="307891" y="521081"/>
                  </a:lnTo>
                  <a:lnTo>
                    <a:pt x="0" y="521081"/>
                  </a:lnTo>
                  <a:close/>
                </a:path>
              </a:pathLst>
            </a:custGeom>
            <a:solidFill>
              <a:srgbClr val="B6AC5D"/>
            </a:solidFill>
            <a:ln>
              <a:noFill/>
            </a:ln>
          </p:spPr>
        </p:sp>
        <p:sp>
          <p:nvSpPr>
            <p:cNvPr id="94" name="Google Shape;94;p9"/>
            <p:cNvSpPr txBox="1"/>
            <p:nvPr/>
          </p:nvSpPr>
          <p:spPr>
            <a:xfrm>
              <a:off x="0" y="-38100"/>
              <a:ext cx="307800" cy="5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5" name="Google Shape;95;p9"/>
          <p:cNvCxnSpPr/>
          <p:nvPr/>
        </p:nvCxnSpPr>
        <p:spPr>
          <a:xfrm>
            <a:off x="17240250" y="-954183"/>
            <a:ext cx="0" cy="11241300"/>
          </a:xfrm>
          <a:prstGeom prst="straightConnector1">
            <a:avLst/>
          </a:prstGeom>
          <a:noFill/>
          <a:ln w="38100" cap="flat" cmpd="sng">
            <a:solidFill>
              <a:srgbClr val="22231D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6" name="Google Shape;96;p9"/>
          <p:cNvGrpSpPr/>
          <p:nvPr/>
        </p:nvGrpSpPr>
        <p:grpSpPr>
          <a:xfrm>
            <a:off x="17222863" y="9113638"/>
            <a:ext cx="1169031" cy="1173367"/>
            <a:chOff x="0" y="-38100"/>
            <a:chExt cx="307891" cy="309033"/>
          </a:xfrm>
        </p:grpSpPr>
        <p:sp>
          <p:nvSpPr>
            <p:cNvPr id="97" name="Google Shape;97;p9"/>
            <p:cNvSpPr/>
            <p:nvPr/>
          </p:nvSpPr>
          <p:spPr>
            <a:xfrm>
              <a:off x="0" y="0"/>
              <a:ext cx="307891" cy="270933"/>
            </a:xfrm>
            <a:custGeom>
              <a:avLst/>
              <a:gdLst/>
              <a:ahLst/>
              <a:cxnLst/>
              <a:rect l="l" t="t" r="r" b="b"/>
              <a:pathLst>
                <a:path w="307891" h="270933" extrusionOk="0">
                  <a:moveTo>
                    <a:pt x="0" y="0"/>
                  </a:moveTo>
                  <a:lnTo>
                    <a:pt x="307891" y="0"/>
                  </a:lnTo>
                  <a:lnTo>
                    <a:pt x="307891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2231D"/>
            </a:solidFill>
            <a:ln>
              <a:noFill/>
            </a:ln>
          </p:spPr>
        </p:sp>
        <p:sp>
          <p:nvSpPr>
            <p:cNvPr id="98" name="Google Shape;98;p9"/>
            <p:cNvSpPr txBox="1"/>
            <p:nvPr/>
          </p:nvSpPr>
          <p:spPr>
            <a:xfrm>
              <a:off x="0" y="-38100"/>
              <a:ext cx="3078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9"/>
          <p:cNvSpPr/>
          <p:nvPr/>
        </p:nvSpPr>
        <p:spPr>
          <a:xfrm>
            <a:off x="17521705" y="9505156"/>
            <a:ext cx="552292" cy="611188"/>
          </a:xfrm>
          <a:custGeom>
            <a:avLst/>
            <a:gdLst/>
            <a:ahLst/>
            <a:cxnLst/>
            <a:rect l="l" t="t" r="r" b="b"/>
            <a:pathLst>
              <a:path w="552292" h="611188" extrusionOk="0">
                <a:moveTo>
                  <a:pt x="0" y="0"/>
                </a:moveTo>
                <a:lnTo>
                  <a:pt x="552291" y="0"/>
                </a:lnTo>
                <a:lnTo>
                  <a:pt x="552291" y="611188"/>
                </a:lnTo>
                <a:lnTo>
                  <a:pt x="0" y="6111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0" name="Google Shape;100;p9"/>
          <p:cNvSpPr txBox="1"/>
          <p:nvPr/>
        </p:nvSpPr>
        <p:spPr>
          <a:xfrm rot="5400000">
            <a:off x="17255438" y="796914"/>
            <a:ext cx="1020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22231D"/>
                </a:solidFill>
                <a:latin typeface="Arimo"/>
                <a:ea typeface="Arimo"/>
                <a:cs typeface="Arimo"/>
                <a:sym typeface="Arimo"/>
              </a:rPr>
              <a:t>LOGO</a:t>
            </a:r>
            <a:endParaRPr/>
          </a:p>
        </p:txBody>
      </p:sp>
      <p:sp>
        <p:nvSpPr>
          <p:cNvPr id="101" name="Google Shape;101;p9"/>
          <p:cNvSpPr txBox="1"/>
          <p:nvPr/>
        </p:nvSpPr>
        <p:spPr>
          <a:xfrm rot="5400000">
            <a:off x="17579214" y="4859712"/>
            <a:ext cx="3543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D2CEBC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>
            <a:spLocks noGrp="1"/>
          </p:cNvSpPr>
          <p:nvPr>
            <p:ph type="title"/>
          </p:nvPr>
        </p:nvSpPr>
        <p:spPr>
          <a:xfrm>
            <a:off x="1024501" y="3273975"/>
            <a:ext cx="133503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0"/>
              <a:buFont typeface="Anton"/>
              <a:buNone/>
              <a:defRPr sz="100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0"/>
              <a:buFont typeface="Anton"/>
              <a:buNone/>
              <a:defRPr sz="100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0"/>
              <a:buFont typeface="Anton"/>
              <a:buNone/>
              <a:defRPr sz="100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0"/>
              <a:buFont typeface="Anton"/>
              <a:buNone/>
              <a:defRPr sz="100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0"/>
              <a:buFont typeface="Anton"/>
              <a:buNone/>
              <a:defRPr sz="100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0"/>
              <a:buFont typeface="Anton"/>
              <a:buNone/>
              <a:defRPr sz="100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0"/>
              <a:buFont typeface="Anton"/>
              <a:buNone/>
              <a:defRPr sz="100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0"/>
              <a:buFont typeface="Anton"/>
              <a:buNone/>
              <a:defRPr sz="100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04" name="Google Shape;104;p10"/>
          <p:cNvSpPr>
            <a:spLocks noGrp="1"/>
          </p:cNvSpPr>
          <p:nvPr>
            <p:ph type="pic" idx="2"/>
          </p:nvPr>
        </p:nvSpPr>
        <p:spPr>
          <a:xfrm>
            <a:off x="10509901" y="4552750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0"/>
          <p:cNvSpPr txBox="1">
            <a:spLocks noGrp="1"/>
          </p:cNvSpPr>
          <p:nvPr>
            <p:ph type="body" idx="1"/>
          </p:nvPr>
        </p:nvSpPr>
        <p:spPr>
          <a:xfrm>
            <a:off x="1953346" y="4874850"/>
            <a:ext cx="6988800" cy="24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9pPr>
          </a:lstStyle>
          <a:p>
            <a:endParaRPr/>
          </a:p>
        </p:txBody>
      </p:sp>
      <p:grpSp>
        <p:nvGrpSpPr>
          <p:cNvPr id="106" name="Google Shape;106;p10"/>
          <p:cNvGrpSpPr/>
          <p:nvPr/>
        </p:nvGrpSpPr>
        <p:grpSpPr>
          <a:xfrm>
            <a:off x="17222863" y="-144662"/>
            <a:ext cx="1169031" cy="2123226"/>
            <a:chOff x="0" y="-38100"/>
            <a:chExt cx="307891" cy="559200"/>
          </a:xfrm>
        </p:grpSpPr>
        <p:sp>
          <p:nvSpPr>
            <p:cNvPr id="107" name="Google Shape;107;p10"/>
            <p:cNvSpPr/>
            <p:nvPr/>
          </p:nvSpPr>
          <p:spPr>
            <a:xfrm>
              <a:off x="0" y="0"/>
              <a:ext cx="307891" cy="521081"/>
            </a:xfrm>
            <a:custGeom>
              <a:avLst/>
              <a:gdLst/>
              <a:ahLst/>
              <a:cxnLst/>
              <a:rect l="l" t="t" r="r" b="b"/>
              <a:pathLst>
                <a:path w="307891" h="521081" extrusionOk="0">
                  <a:moveTo>
                    <a:pt x="0" y="0"/>
                  </a:moveTo>
                  <a:lnTo>
                    <a:pt x="307891" y="0"/>
                  </a:lnTo>
                  <a:lnTo>
                    <a:pt x="307891" y="521081"/>
                  </a:lnTo>
                  <a:lnTo>
                    <a:pt x="0" y="521081"/>
                  </a:lnTo>
                  <a:close/>
                </a:path>
              </a:pathLst>
            </a:custGeom>
            <a:solidFill>
              <a:srgbClr val="B6AC5D"/>
            </a:solidFill>
            <a:ln>
              <a:noFill/>
            </a:ln>
          </p:spPr>
        </p:sp>
        <p:sp>
          <p:nvSpPr>
            <p:cNvPr id="108" name="Google Shape;108;p10"/>
            <p:cNvSpPr txBox="1"/>
            <p:nvPr/>
          </p:nvSpPr>
          <p:spPr>
            <a:xfrm>
              <a:off x="0" y="-38100"/>
              <a:ext cx="307800" cy="5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9" name="Google Shape;109;p10"/>
          <p:cNvCxnSpPr/>
          <p:nvPr/>
        </p:nvCxnSpPr>
        <p:spPr>
          <a:xfrm>
            <a:off x="17240250" y="-954183"/>
            <a:ext cx="0" cy="11241300"/>
          </a:xfrm>
          <a:prstGeom prst="straightConnector1">
            <a:avLst/>
          </a:prstGeom>
          <a:noFill/>
          <a:ln w="38100" cap="flat" cmpd="sng">
            <a:solidFill>
              <a:srgbClr val="22231D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10" name="Google Shape;110;p10"/>
          <p:cNvGrpSpPr/>
          <p:nvPr/>
        </p:nvGrpSpPr>
        <p:grpSpPr>
          <a:xfrm>
            <a:off x="17222863" y="9113638"/>
            <a:ext cx="1169031" cy="1173367"/>
            <a:chOff x="0" y="-38100"/>
            <a:chExt cx="307891" cy="309033"/>
          </a:xfrm>
        </p:grpSpPr>
        <p:sp>
          <p:nvSpPr>
            <p:cNvPr id="111" name="Google Shape;111;p10"/>
            <p:cNvSpPr/>
            <p:nvPr/>
          </p:nvSpPr>
          <p:spPr>
            <a:xfrm>
              <a:off x="0" y="0"/>
              <a:ext cx="307891" cy="270933"/>
            </a:xfrm>
            <a:custGeom>
              <a:avLst/>
              <a:gdLst/>
              <a:ahLst/>
              <a:cxnLst/>
              <a:rect l="l" t="t" r="r" b="b"/>
              <a:pathLst>
                <a:path w="307891" h="270933" extrusionOk="0">
                  <a:moveTo>
                    <a:pt x="0" y="0"/>
                  </a:moveTo>
                  <a:lnTo>
                    <a:pt x="307891" y="0"/>
                  </a:lnTo>
                  <a:lnTo>
                    <a:pt x="307891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2231D"/>
            </a:solidFill>
            <a:ln>
              <a:noFill/>
            </a:ln>
          </p:spPr>
        </p:sp>
        <p:sp>
          <p:nvSpPr>
            <p:cNvPr id="112" name="Google Shape;112;p10"/>
            <p:cNvSpPr txBox="1"/>
            <p:nvPr/>
          </p:nvSpPr>
          <p:spPr>
            <a:xfrm>
              <a:off x="0" y="-38100"/>
              <a:ext cx="3078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10"/>
          <p:cNvSpPr/>
          <p:nvPr/>
        </p:nvSpPr>
        <p:spPr>
          <a:xfrm>
            <a:off x="17521705" y="9505156"/>
            <a:ext cx="552292" cy="611188"/>
          </a:xfrm>
          <a:custGeom>
            <a:avLst/>
            <a:gdLst/>
            <a:ahLst/>
            <a:cxnLst/>
            <a:rect l="l" t="t" r="r" b="b"/>
            <a:pathLst>
              <a:path w="552292" h="611188" extrusionOk="0">
                <a:moveTo>
                  <a:pt x="0" y="0"/>
                </a:moveTo>
                <a:lnTo>
                  <a:pt x="552291" y="0"/>
                </a:lnTo>
                <a:lnTo>
                  <a:pt x="552291" y="611188"/>
                </a:lnTo>
                <a:lnTo>
                  <a:pt x="0" y="6111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4" name="Google Shape;114;p10"/>
          <p:cNvSpPr txBox="1"/>
          <p:nvPr/>
        </p:nvSpPr>
        <p:spPr>
          <a:xfrm rot="5400000">
            <a:off x="17255438" y="796914"/>
            <a:ext cx="1020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22231D"/>
                </a:solidFill>
                <a:latin typeface="Arimo"/>
                <a:ea typeface="Arimo"/>
                <a:cs typeface="Arimo"/>
                <a:sym typeface="Arimo"/>
              </a:rPr>
              <a:t>LOGO</a:t>
            </a:r>
            <a:endParaRPr/>
          </a:p>
        </p:txBody>
      </p:sp>
      <p:sp>
        <p:nvSpPr>
          <p:cNvPr id="115" name="Google Shape;115;p10"/>
          <p:cNvSpPr txBox="1"/>
          <p:nvPr/>
        </p:nvSpPr>
        <p:spPr>
          <a:xfrm rot="5400000">
            <a:off x="17579214" y="4859712"/>
            <a:ext cx="3543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D2CEBC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00725" y="1724100"/>
            <a:ext cx="13155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0"/>
              <a:buFont typeface="Anton"/>
              <a:buNone/>
              <a:defRPr sz="10000" i="0" u="none" strike="noStrike" cap="none">
                <a:solidFill>
                  <a:schemeClr val="accent6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29200" y="51231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46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nton"/>
              <a:buChar char="•"/>
              <a:defRPr sz="23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L="914400" marR="0" lvl="1" indent="-3746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nton"/>
              <a:buChar char="–"/>
              <a:defRPr sz="23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marR="0" lvl="2" indent="-3746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nton"/>
              <a:buChar char="•"/>
              <a:defRPr sz="23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L="1828800" marR="0" lvl="3" indent="-3746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nton"/>
              <a:buChar char="–"/>
              <a:defRPr sz="23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L="2286000" marR="0" lvl="4" indent="-3746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nton"/>
              <a:buChar char="»"/>
              <a:defRPr sz="23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L="2743200" marR="0" lvl="5" indent="-3746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nton"/>
              <a:buChar char="•"/>
              <a:defRPr sz="23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L="3200400" marR="0" lvl="6" indent="-3746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nton"/>
              <a:buChar char="•"/>
              <a:defRPr sz="23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L="3657600" marR="0" lvl="7" indent="-3746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nton"/>
              <a:buChar char="•"/>
              <a:defRPr sz="23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L="4114800" marR="0" lvl="8" indent="-3746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nton"/>
              <a:buChar char="•"/>
              <a:defRPr sz="23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1D"/>
        </a:solidFill>
        <a:effectLst/>
      </p:bgPr>
    </p:bg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1" name="Google Shape;64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877238" y="-5084649"/>
            <a:ext cx="9062025" cy="90162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2" name="Google Shape;642;p27"/>
          <p:cNvGrpSpPr/>
          <p:nvPr/>
        </p:nvGrpSpPr>
        <p:grpSpPr>
          <a:xfrm>
            <a:off x="17222863" y="-144661"/>
            <a:ext cx="1169024" cy="2123141"/>
            <a:chOff x="0" y="-38100"/>
            <a:chExt cx="307891" cy="559181"/>
          </a:xfrm>
        </p:grpSpPr>
        <p:sp>
          <p:nvSpPr>
            <p:cNvPr id="643" name="Google Shape;643;p27"/>
            <p:cNvSpPr/>
            <p:nvPr/>
          </p:nvSpPr>
          <p:spPr>
            <a:xfrm>
              <a:off x="0" y="0"/>
              <a:ext cx="307891" cy="521081"/>
            </a:xfrm>
            <a:custGeom>
              <a:avLst/>
              <a:gdLst/>
              <a:ahLst/>
              <a:cxnLst/>
              <a:rect l="l" t="t" r="r" b="b"/>
              <a:pathLst>
                <a:path w="307891" h="521081" extrusionOk="0">
                  <a:moveTo>
                    <a:pt x="0" y="0"/>
                  </a:moveTo>
                  <a:lnTo>
                    <a:pt x="307891" y="0"/>
                  </a:lnTo>
                  <a:lnTo>
                    <a:pt x="307891" y="521081"/>
                  </a:lnTo>
                  <a:lnTo>
                    <a:pt x="0" y="521081"/>
                  </a:lnTo>
                  <a:close/>
                </a:path>
              </a:pathLst>
            </a:custGeom>
            <a:solidFill>
              <a:srgbClr val="B6AC5D"/>
            </a:solidFill>
            <a:ln>
              <a:noFill/>
            </a:ln>
          </p:spPr>
        </p:sp>
        <p:sp>
          <p:nvSpPr>
            <p:cNvPr id="644" name="Google Shape;644;p27"/>
            <p:cNvSpPr txBox="1"/>
            <p:nvPr/>
          </p:nvSpPr>
          <p:spPr>
            <a:xfrm>
              <a:off x="0" y="-38100"/>
              <a:ext cx="307891" cy="559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5" name="Google Shape;645;p27"/>
          <p:cNvGrpSpPr/>
          <p:nvPr/>
        </p:nvGrpSpPr>
        <p:grpSpPr>
          <a:xfrm>
            <a:off x="17222863" y="9113639"/>
            <a:ext cx="1169024" cy="1173361"/>
            <a:chOff x="0" y="-38100"/>
            <a:chExt cx="307891" cy="309033"/>
          </a:xfrm>
        </p:grpSpPr>
        <p:sp>
          <p:nvSpPr>
            <p:cNvPr id="646" name="Google Shape;646;p27"/>
            <p:cNvSpPr/>
            <p:nvPr/>
          </p:nvSpPr>
          <p:spPr>
            <a:xfrm>
              <a:off x="0" y="0"/>
              <a:ext cx="307891" cy="270933"/>
            </a:xfrm>
            <a:custGeom>
              <a:avLst/>
              <a:gdLst/>
              <a:ahLst/>
              <a:cxnLst/>
              <a:rect l="l" t="t" r="r" b="b"/>
              <a:pathLst>
                <a:path w="307891" h="270933" extrusionOk="0">
                  <a:moveTo>
                    <a:pt x="0" y="0"/>
                  </a:moveTo>
                  <a:lnTo>
                    <a:pt x="307891" y="0"/>
                  </a:lnTo>
                  <a:lnTo>
                    <a:pt x="307891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6F0E4"/>
            </a:solidFill>
            <a:ln>
              <a:noFill/>
            </a:ln>
          </p:spPr>
        </p:sp>
        <p:sp>
          <p:nvSpPr>
            <p:cNvPr id="647" name="Google Shape;647;p27"/>
            <p:cNvSpPr txBox="1"/>
            <p:nvPr/>
          </p:nvSpPr>
          <p:spPr>
            <a:xfrm>
              <a:off x="0" y="-38100"/>
              <a:ext cx="307891" cy="3090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51" name="Google Shape;651;p27"/>
          <p:cNvCxnSpPr/>
          <p:nvPr/>
        </p:nvCxnSpPr>
        <p:spPr>
          <a:xfrm>
            <a:off x="17240250" y="-954183"/>
            <a:ext cx="0" cy="11241183"/>
          </a:xfrm>
          <a:prstGeom prst="straightConnector1">
            <a:avLst/>
          </a:prstGeom>
          <a:noFill/>
          <a:ln w="38100" cap="flat" cmpd="sng">
            <a:solidFill>
              <a:srgbClr val="F6F0E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2" name="Google Shape;652;p27"/>
          <p:cNvSpPr txBox="1"/>
          <p:nvPr/>
        </p:nvSpPr>
        <p:spPr>
          <a:xfrm>
            <a:off x="1409868" y="1989976"/>
            <a:ext cx="12804764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US" sz="3200" dirty="0" smtClean="0">
                <a:solidFill>
                  <a:schemeClr val="tx2">
                    <a:lumMod val="50000"/>
                  </a:schemeClr>
                </a:solidFill>
              </a:rPr>
              <a:t>{bullets}</a:t>
            </a:r>
            <a:endParaRPr sz="320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653" name="Google Shape;653;p27"/>
          <p:cNvGrpSpPr/>
          <p:nvPr/>
        </p:nvGrpSpPr>
        <p:grpSpPr>
          <a:xfrm>
            <a:off x="464124" y="9022208"/>
            <a:ext cx="2529584" cy="2529584"/>
            <a:chOff x="0" y="0"/>
            <a:chExt cx="812800" cy="812800"/>
          </a:xfrm>
        </p:grpSpPr>
        <p:sp>
          <p:nvSpPr>
            <p:cNvPr id="654" name="Google Shape;654;p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 cmpd="sng">
              <a:solidFill>
                <a:srgbClr val="F6F0E4">
                  <a:alpha val="20392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655" name="Google Shape;655;p27"/>
            <p:cNvSpPr txBox="1"/>
            <p:nvPr/>
          </p:nvSpPr>
          <p:spPr>
            <a:xfrm>
              <a:off x="127000" y="88900"/>
              <a:ext cx="558800" cy="59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6" name="Google Shape;656;p27"/>
          <p:cNvGrpSpPr/>
          <p:nvPr/>
        </p:nvGrpSpPr>
        <p:grpSpPr>
          <a:xfrm>
            <a:off x="12764510" y="-1739682"/>
            <a:ext cx="3479363" cy="3479363"/>
            <a:chOff x="0" y="0"/>
            <a:chExt cx="812800" cy="812800"/>
          </a:xfrm>
        </p:grpSpPr>
        <p:sp>
          <p:nvSpPr>
            <p:cNvPr id="657" name="Google Shape;657;p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 cmpd="sng">
              <a:solidFill>
                <a:srgbClr val="F6F0E4">
                  <a:alpha val="20392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658" name="Google Shape;658;p27"/>
            <p:cNvSpPr txBox="1"/>
            <p:nvPr/>
          </p:nvSpPr>
          <p:spPr>
            <a:xfrm>
              <a:off x="127000" y="88900"/>
              <a:ext cx="558800" cy="59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9" name="Google Shape;659;p27"/>
          <p:cNvSpPr txBox="1"/>
          <p:nvPr/>
        </p:nvSpPr>
        <p:spPr>
          <a:xfrm>
            <a:off x="1425108" y="276339"/>
            <a:ext cx="128049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9600" dirty="0" smtClean="0">
                <a:solidFill>
                  <a:schemeClr val="tx2">
                    <a:lumMod val="50000"/>
                  </a:schemeClr>
                </a:solidFill>
              </a:rPr>
              <a:t>{title}</a:t>
            </a:r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660" name="Google Shape;660;p27"/>
          <p:cNvGrpSpPr/>
          <p:nvPr/>
        </p:nvGrpSpPr>
        <p:grpSpPr>
          <a:xfrm>
            <a:off x="13262630" y="6775177"/>
            <a:ext cx="2483123" cy="2483123"/>
            <a:chOff x="0" y="0"/>
            <a:chExt cx="812800" cy="812800"/>
          </a:xfrm>
        </p:grpSpPr>
        <p:sp>
          <p:nvSpPr>
            <p:cNvPr id="661" name="Google Shape;661;p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6F0E4"/>
            </a:solidFill>
            <a:ln w="47625" cap="sq" cmpd="sng">
              <a:solidFill>
                <a:srgbClr val="F6F0E4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662" name="Google Shape;662;p27"/>
            <p:cNvSpPr txBox="1"/>
            <p:nvPr/>
          </p:nvSpPr>
          <p:spPr>
            <a:xfrm>
              <a:off x="127000" y="88900"/>
              <a:ext cx="558800" cy="59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3" name="Google Shape;663;p27"/>
          <p:cNvGrpSpPr/>
          <p:nvPr/>
        </p:nvGrpSpPr>
        <p:grpSpPr>
          <a:xfrm>
            <a:off x="13704301" y="6343475"/>
            <a:ext cx="2235470" cy="2235470"/>
            <a:chOff x="0" y="0"/>
            <a:chExt cx="812800" cy="812800"/>
          </a:xfrm>
        </p:grpSpPr>
        <p:sp>
          <p:nvSpPr>
            <p:cNvPr id="664" name="Google Shape;664;p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6AC5D"/>
            </a:solidFill>
            <a:ln>
              <a:noFill/>
            </a:ln>
          </p:spPr>
        </p:sp>
        <p:sp>
          <p:nvSpPr>
            <p:cNvPr id="665" name="Google Shape;665;p27"/>
            <p:cNvSpPr txBox="1"/>
            <p:nvPr/>
          </p:nvSpPr>
          <p:spPr>
            <a:xfrm>
              <a:off x="127000" y="88900"/>
              <a:ext cx="558800" cy="59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UX Competitive Analysis Slides  ">
  <a:themeElements>
    <a:clrScheme name="Office">
      <a:dk1>
        <a:srgbClr val="000000"/>
      </a:dk1>
      <a:lt1>
        <a:srgbClr val="FFFFFF"/>
      </a:lt1>
      <a:dk2>
        <a:srgbClr val="888888"/>
      </a:dk2>
      <a:lt2>
        <a:srgbClr val="FDFCF9"/>
      </a:lt2>
      <a:accent1>
        <a:srgbClr val="F6F0E4"/>
      </a:accent1>
      <a:accent2>
        <a:srgbClr val="D2CEBC"/>
      </a:accent2>
      <a:accent3>
        <a:srgbClr val="B6AC5D"/>
      </a:accent3>
      <a:accent4>
        <a:srgbClr val="DADBD3"/>
      </a:accent4>
      <a:accent5>
        <a:srgbClr val="4B5026"/>
      </a:accent5>
      <a:accent6>
        <a:srgbClr val="22231D"/>
      </a:accent6>
      <a:hlink>
        <a:srgbClr val="FFFF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Anton</vt:lpstr>
      <vt:lpstr>Arimo</vt:lpstr>
      <vt:lpstr>UX Competitive Analysis Slides  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PMYLS</dc:creator>
  <cp:lastModifiedBy>PMLS</cp:lastModifiedBy>
  <cp:revision>1</cp:revision>
  <dcterms:modified xsi:type="dcterms:W3CDTF">2026-09-09T05:33:45Z</dcterms:modified>
</cp:coreProperties>
</file>