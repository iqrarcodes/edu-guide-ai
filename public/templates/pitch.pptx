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4"/>
  </p:notesMasterIdLst>
  <p:sldIdLst>
    <p:sldId id="279" r:id="rId3"/>
  </p:sldIdLst>
  <p:sldSz cx="9144000" cy="5143500" type="screen16x9"/>
  <p:notesSz cx="6858000" cy="9144000"/>
  <p:embeddedFontLst>
    <p:embeddedFont>
      <p:font typeface="Poppins ExtraBold" charset="0"/>
      <p:bold r:id="rId5"/>
      <p:boldItalic r:id="rId6"/>
    </p:embeddedFont>
    <p:embeddedFont>
      <p:font typeface="Gloria Hallelujah" charset="0"/>
      <p:regular r:id="rId7"/>
    </p:embeddedFont>
    <p:embeddedFont>
      <p:font typeface="Poppins" charset="0"/>
      <p:regular r:id="rId8"/>
      <p:bold r:id="rId9"/>
      <p:italic r:id="rId10"/>
      <p:boldItalic r:id="rId11"/>
    </p:embeddedFont>
    <p:embeddedFont>
      <p:font typeface="Calibri" pitchFamily="34" charset="0"/>
      <p:regular r:id="rId12"/>
      <p:bold r:id="rId13"/>
      <p:italic r:id="rId14"/>
      <p:boldItalic r:id="rId15"/>
    </p:embeddedFont>
    <p:embeddedFont>
      <p:font typeface="Pacifico" charset="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F9FCA68E-E5CC-4308-96ED-6BD403718496}">
  <a:tblStyle styleId="{F9FCA68E-E5CC-4308-96ED-6BD4037184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-676" y="-6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21fac1d3559_2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g21fac1d3559_2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bg>
      <p:bgPr>
        <a:solidFill>
          <a:schemeClr val="lt2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2108" y="-877070"/>
            <a:ext cx="6099784" cy="4225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2108" y="-1074490"/>
            <a:ext cx="6099784" cy="4225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4139" y="240311"/>
            <a:ext cx="2347655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87006" y="3834592"/>
            <a:ext cx="2347655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456" y="240311"/>
            <a:ext cx="2347655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74139" y="2571750"/>
            <a:ext cx="2317131" cy="3162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3641096">
            <a:off x="6177548" y="1365478"/>
            <a:ext cx="2621750" cy="49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296309" flipH="1">
            <a:off x="2357804" y="3443595"/>
            <a:ext cx="2299939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178272" y="173636"/>
            <a:ext cx="4787400" cy="22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b="0" i="0" u="none" strike="noStrike" cap="none">
                <a:solidFill>
                  <a:srgbClr val="3B0E9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MUSIC</a:t>
            </a:r>
            <a:endParaRPr sz="700"/>
          </a:p>
          <a:p>
            <a:pPr marL="0" marR="0" lvl="0" indent="0" algn="ctr" rtl="0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b="0" i="0" u="none" strike="noStrike" cap="none">
                <a:solidFill>
                  <a:srgbClr val="3B0E9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SUBJECT</a:t>
            </a:r>
            <a:endParaRPr sz="700"/>
          </a:p>
        </p:txBody>
      </p:sp>
      <p:sp>
        <p:nvSpPr>
          <p:cNvPr id="67" name="Google Shape;67;p15"/>
          <p:cNvSpPr txBox="1"/>
          <p:nvPr/>
        </p:nvSpPr>
        <p:spPr>
          <a:xfrm>
            <a:off x="2518857" y="2324092"/>
            <a:ext cx="4106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i="0" u="none" strike="noStrike" cap="none">
                <a:solidFill>
                  <a:srgbClr val="3B0E94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for High School Music Theory</a:t>
            </a:r>
            <a:endParaRPr sz="7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ctrTitle"/>
          </p:nvPr>
        </p:nvSpPr>
        <p:spPr>
          <a:xfrm>
            <a:off x="2628900" y="1077175"/>
            <a:ext cx="39393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ubTitle" idx="1"/>
          </p:nvPr>
        </p:nvSpPr>
        <p:spPr>
          <a:xfrm>
            <a:off x="2971800" y="195505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3B0E94"/>
              </a:buClr>
              <a:buSzPts val="1600"/>
              <a:buNone/>
              <a:defRPr>
                <a:solidFill>
                  <a:srgbClr val="3B0E94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2514600" y="319012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848100" y="319012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E000"/>
              </a:buClr>
              <a:buSzPts val="700"/>
              <a:buNone/>
              <a:defRPr>
                <a:solidFill>
                  <a:srgbClr val="FFE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5562600" y="319012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3B0E94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3B0E94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3B0E94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3B0E94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3B0E94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3B0E94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3B0E94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3B0E94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3B0E9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3531561" y="3118487"/>
            <a:ext cx="2080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ADD TEXT</a:t>
            </a:r>
            <a:endParaRPr sz="700">
              <a:solidFill>
                <a:schemeClr val="dk1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0" y="1696825"/>
            <a:ext cx="91440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400">
                <a:solidFill>
                  <a:srgbClr val="3B0E9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Click to add title</a:t>
            </a:r>
            <a:endParaRPr sz="700">
              <a:solidFill>
                <a:srgbClr val="3B0E9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77" name="Google Shape;77;p17"/>
          <p:cNvPicPr preferRelativeResize="0"/>
          <p:nvPr/>
        </p:nvPicPr>
        <p:blipFill rotWithShape="1">
          <a:blip r:embed="rId2">
            <a:alphaModFix/>
          </a:blip>
          <a:srcRect b="29037"/>
          <a:stretch/>
        </p:blipFill>
        <p:spPr>
          <a:xfrm>
            <a:off x="3679413" y="3899474"/>
            <a:ext cx="1785175" cy="124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/>
          <p:nvPr/>
        </p:nvSpPr>
        <p:spPr>
          <a:xfrm>
            <a:off x="732845" y="1856613"/>
            <a:ext cx="768876" cy="772323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xx.</a:t>
            </a:r>
            <a:endParaRPr>
              <a:solidFill>
                <a:schemeClr val="l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pSp>
        <p:nvGrpSpPr>
          <p:cNvPr id="80" name="Google Shape;80;p18"/>
          <p:cNvGrpSpPr/>
          <p:nvPr/>
        </p:nvGrpSpPr>
        <p:grpSpPr>
          <a:xfrm>
            <a:off x="1704878" y="1899699"/>
            <a:ext cx="3688988" cy="1392731"/>
            <a:chOff x="0" y="-9525"/>
            <a:chExt cx="9837300" cy="3713950"/>
          </a:xfrm>
        </p:grpSpPr>
        <p:sp>
          <p:nvSpPr>
            <p:cNvPr id="81" name="Google Shape;81;p18"/>
            <p:cNvSpPr txBox="1"/>
            <p:nvPr/>
          </p:nvSpPr>
          <p:spPr>
            <a:xfrm>
              <a:off x="0" y="-9525"/>
              <a:ext cx="9837300" cy="184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0">
                  <a:solidFill>
                    <a:srgbClr val="3B0E94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Add Title</a:t>
              </a:r>
              <a:endParaRPr sz="700">
                <a:solidFill>
                  <a:srgbClr val="3B0E94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sp>
          <p:nvSpPr>
            <p:cNvPr id="82" name="Google Shape;82;p18"/>
            <p:cNvSpPr txBox="1"/>
            <p:nvPr/>
          </p:nvSpPr>
          <p:spPr>
            <a:xfrm>
              <a:off x="0" y="2193925"/>
              <a:ext cx="70944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Elaborate on what you want to discuss. </a:t>
              </a:r>
              <a:endPara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83" name="Google Shape;8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2465728">
            <a:off x="6764850" y="2917076"/>
            <a:ext cx="1535975" cy="175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238" y="-998615"/>
            <a:ext cx="2313525" cy="2097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1">
  <p:cSld name="TWO_OBJECTS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/>
        </p:nvSpPr>
        <p:spPr>
          <a:xfrm>
            <a:off x="514350" y="509600"/>
            <a:ext cx="52755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Click to</a:t>
            </a:r>
            <a:endParaRPr sz="4500">
              <a:solidFill>
                <a:schemeClr val="dk2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add title</a:t>
            </a:r>
            <a:endParaRPr sz="700">
              <a:solidFill>
                <a:schemeClr val="dk2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pSp>
        <p:nvGrpSpPr>
          <p:cNvPr id="87" name="Google Shape;87;p19"/>
          <p:cNvGrpSpPr/>
          <p:nvPr/>
        </p:nvGrpSpPr>
        <p:grpSpPr>
          <a:xfrm>
            <a:off x="514350" y="2123875"/>
            <a:ext cx="4019383" cy="584117"/>
            <a:chOff x="0" y="2032000"/>
            <a:chExt cx="6112200" cy="1557644"/>
          </a:xfrm>
        </p:grpSpPr>
        <p:sp>
          <p:nvSpPr>
            <p:cNvPr id="88" name="Google Shape;88;p19"/>
            <p:cNvSpPr txBox="1"/>
            <p:nvPr/>
          </p:nvSpPr>
          <p:spPr>
            <a:xfrm>
              <a:off x="0" y="2032000"/>
              <a:ext cx="61122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Gloria Hallelujah"/>
                  <a:ea typeface="Gloria Hallelujah"/>
                  <a:cs typeface="Gloria Hallelujah"/>
                  <a:sym typeface="Gloria Hallelujah"/>
                </a:rPr>
                <a:t>Add Text</a:t>
              </a:r>
              <a:endParaRPr sz="700">
                <a:solidFill>
                  <a:schemeClr val="dk1"/>
                </a:solidFill>
                <a:latin typeface="Gloria Hallelujah"/>
                <a:ea typeface="Gloria Hallelujah"/>
                <a:cs typeface="Gloria Hallelujah"/>
                <a:sym typeface="Gloria Hallelujah"/>
              </a:endParaRPr>
            </a:p>
          </p:txBody>
        </p:sp>
        <p:sp>
          <p:nvSpPr>
            <p:cNvPr id="89" name="Google Shape;89;p19"/>
            <p:cNvSpPr txBox="1"/>
            <p:nvPr/>
          </p:nvSpPr>
          <p:spPr>
            <a:xfrm>
              <a:off x="0" y="3097044"/>
              <a:ext cx="611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Add Text</a:t>
              </a:r>
              <a:endPara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90" name="Google Shape;90;p19"/>
          <p:cNvSpPr>
            <a:spLocks noGrp="1"/>
          </p:cNvSpPr>
          <p:nvPr>
            <p:ph type="pic" idx="2"/>
          </p:nvPr>
        </p:nvSpPr>
        <p:spPr>
          <a:xfrm>
            <a:off x="4628225" y="0"/>
            <a:ext cx="45345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/>
        </p:nvSpPr>
        <p:spPr>
          <a:xfrm>
            <a:off x="1389773" y="586875"/>
            <a:ext cx="6364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Click to Add Title</a:t>
            </a:r>
            <a:endParaRPr sz="4500">
              <a:solidFill>
                <a:schemeClr val="dk2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pSp>
        <p:nvGrpSpPr>
          <p:cNvPr id="93" name="Google Shape;93;p20"/>
          <p:cNvGrpSpPr/>
          <p:nvPr/>
        </p:nvGrpSpPr>
        <p:grpSpPr>
          <a:xfrm>
            <a:off x="396125" y="1889050"/>
            <a:ext cx="4019383" cy="584117"/>
            <a:chOff x="0" y="0"/>
            <a:chExt cx="6112200" cy="1557644"/>
          </a:xfrm>
        </p:grpSpPr>
        <p:sp>
          <p:nvSpPr>
            <p:cNvPr id="94" name="Google Shape;94;p20"/>
            <p:cNvSpPr txBox="1"/>
            <p:nvPr/>
          </p:nvSpPr>
          <p:spPr>
            <a:xfrm>
              <a:off x="0" y="0"/>
              <a:ext cx="61122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Gloria Hallelujah"/>
                  <a:ea typeface="Gloria Hallelujah"/>
                  <a:cs typeface="Gloria Hallelujah"/>
                  <a:sym typeface="Gloria Hallelujah"/>
                </a:rPr>
                <a:t>Add Text</a:t>
              </a:r>
              <a:endParaRPr sz="700">
                <a:solidFill>
                  <a:schemeClr val="dk1"/>
                </a:solidFill>
                <a:latin typeface="Gloria Hallelujah"/>
                <a:ea typeface="Gloria Hallelujah"/>
                <a:cs typeface="Gloria Hallelujah"/>
                <a:sym typeface="Gloria Hallelujah"/>
              </a:endParaRPr>
            </a:p>
          </p:txBody>
        </p:sp>
        <p:sp>
          <p:nvSpPr>
            <p:cNvPr id="95" name="Google Shape;95;p20"/>
            <p:cNvSpPr txBox="1"/>
            <p:nvPr/>
          </p:nvSpPr>
          <p:spPr>
            <a:xfrm>
              <a:off x="0" y="1065044"/>
              <a:ext cx="611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Add Text</a:t>
              </a:r>
              <a:endPara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96" name="Google Shape;96;p20"/>
          <p:cNvGrpSpPr/>
          <p:nvPr/>
        </p:nvGrpSpPr>
        <p:grpSpPr>
          <a:xfrm>
            <a:off x="4728500" y="1889050"/>
            <a:ext cx="4019383" cy="584117"/>
            <a:chOff x="0" y="0"/>
            <a:chExt cx="6112200" cy="1557644"/>
          </a:xfrm>
        </p:grpSpPr>
        <p:sp>
          <p:nvSpPr>
            <p:cNvPr id="97" name="Google Shape;97;p20"/>
            <p:cNvSpPr txBox="1"/>
            <p:nvPr/>
          </p:nvSpPr>
          <p:spPr>
            <a:xfrm>
              <a:off x="0" y="0"/>
              <a:ext cx="61122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Gloria Hallelujah"/>
                  <a:ea typeface="Gloria Hallelujah"/>
                  <a:cs typeface="Gloria Hallelujah"/>
                  <a:sym typeface="Gloria Hallelujah"/>
                </a:rPr>
                <a:t>Add Text</a:t>
              </a:r>
              <a:endParaRPr sz="700">
                <a:solidFill>
                  <a:schemeClr val="dk1"/>
                </a:solidFill>
                <a:latin typeface="Gloria Hallelujah"/>
                <a:ea typeface="Gloria Hallelujah"/>
                <a:cs typeface="Gloria Hallelujah"/>
                <a:sym typeface="Gloria Hallelujah"/>
              </a:endParaRPr>
            </a:p>
          </p:txBody>
        </p:sp>
        <p:sp>
          <p:nvSpPr>
            <p:cNvPr id="98" name="Google Shape;98;p20"/>
            <p:cNvSpPr txBox="1"/>
            <p:nvPr/>
          </p:nvSpPr>
          <p:spPr>
            <a:xfrm>
              <a:off x="0" y="1065044"/>
              <a:ext cx="611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Add Text</a:t>
              </a:r>
              <a:endPara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99" name="Google Shape;99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304638" flipH="1">
            <a:off x="7378675" y="3705053"/>
            <a:ext cx="2280592" cy="105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6801" y="3684509"/>
            <a:ext cx="1328475" cy="1207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1"/>
          <p:cNvPicPr preferRelativeResize="0"/>
          <p:nvPr/>
        </p:nvPicPr>
        <p:blipFill rotWithShape="1">
          <a:blip r:embed="rId2">
            <a:alphaModFix/>
          </a:blip>
          <a:srcRect t="13733"/>
          <a:stretch/>
        </p:blipFill>
        <p:spPr>
          <a:xfrm rot="-5400000">
            <a:off x="-132650" y="131575"/>
            <a:ext cx="5145650" cy="4880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21"/>
          <p:cNvGrpSpPr/>
          <p:nvPr/>
        </p:nvGrpSpPr>
        <p:grpSpPr>
          <a:xfrm>
            <a:off x="1704878" y="1899699"/>
            <a:ext cx="3688988" cy="1392731"/>
            <a:chOff x="0" y="-9525"/>
            <a:chExt cx="9837300" cy="3713950"/>
          </a:xfrm>
        </p:grpSpPr>
        <p:sp>
          <p:nvSpPr>
            <p:cNvPr id="104" name="Google Shape;104;p21"/>
            <p:cNvSpPr txBox="1"/>
            <p:nvPr/>
          </p:nvSpPr>
          <p:spPr>
            <a:xfrm>
              <a:off x="0" y="-9525"/>
              <a:ext cx="9837300" cy="184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0">
                  <a:solidFill>
                    <a:schemeClr val="lt1"/>
                  </a:solidFill>
                  <a:latin typeface="Pacifico"/>
                  <a:ea typeface="Pacifico"/>
                  <a:cs typeface="Pacifico"/>
                  <a:sym typeface="Pacifico"/>
                </a:rPr>
                <a:t>Add Title</a:t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105" name="Google Shape;105;p21"/>
            <p:cNvSpPr txBox="1"/>
            <p:nvPr/>
          </p:nvSpPr>
          <p:spPr>
            <a:xfrm>
              <a:off x="0" y="2193925"/>
              <a:ext cx="70944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Elaborate on what you want to discuss. </a:t>
              </a:r>
              <a:endParaRPr sz="700">
                <a:solidFill>
                  <a:schemeClr val="lt1"/>
                </a:solidFill>
              </a:endParaRPr>
            </a:p>
          </p:txBody>
        </p:sp>
      </p:grpSp>
      <p:sp>
        <p:nvSpPr>
          <p:cNvPr id="106" name="Google Shape;106;p21"/>
          <p:cNvSpPr/>
          <p:nvPr/>
        </p:nvSpPr>
        <p:spPr>
          <a:xfrm>
            <a:off x="732845" y="1856613"/>
            <a:ext cx="768876" cy="772323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3B0E94"/>
          </a:solidFill>
          <a:ln w="19050" cap="flat" cmpd="sng">
            <a:solidFill>
              <a:srgbClr val="3B0E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xx.</a:t>
            </a:r>
            <a:endParaRPr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158943">
            <a:off x="7834394" y="3203622"/>
            <a:ext cx="1511360" cy="2698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22"/>
          <p:cNvGrpSpPr/>
          <p:nvPr/>
        </p:nvGrpSpPr>
        <p:grpSpPr>
          <a:xfrm>
            <a:off x="565172" y="3193843"/>
            <a:ext cx="8013498" cy="1949621"/>
            <a:chOff x="0" y="-47625"/>
            <a:chExt cx="4221185" cy="1026981"/>
          </a:xfrm>
        </p:grpSpPr>
        <p:sp>
          <p:nvSpPr>
            <p:cNvPr id="110" name="Google Shape;110;p22"/>
            <p:cNvSpPr/>
            <p:nvPr/>
          </p:nvSpPr>
          <p:spPr>
            <a:xfrm>
              <a:off x="0" y="0"/>
              <a:ext cx="4221185" cy="979356"/>
            </a:xfrm>
            <a:custGeom>
              <a:avLst/>
              <a:gdLst/>
              <a:ahLst/>
              <a:cxnLst/>
              <a:rect l="l" t="t" r="r" b="b"/>
              <a:pathLst>
                <a:path w="4221185" h="979356" extrusionOk="0">
                  <a:moveTo>
                    <a:pt x="0" y="0"/>
                  </a:moveTo>
                  <a:lnTo>
                    <a:pt x="4221185" y="0"/>
                  </a:lnTo>
                  <a:lnTo>
                    <a:pt x="4221185" y="979356"/>
                  </a:lnTo>
                  <a:lnTo>
                    <a:pt x="0" y="979356"/>
                  </a:lnTo>
                  <a:close/>
                </a:path>
              </a:pathLst>
            </a:custGeom>
            <a:solidFill>
              <a:srgbClr val="3B0E94"/>
            </a:solidFill>
            <a:ln>
              <a:noFill/>
            </a:ln>
          </p:spPr>
        </p:sp>
        <p:sp>
          <p:nvSpPr>
            <p:cNvPr id="111" name="Google Shape;111;p22"/>
            <p:cNvSpPr txBox="1"/>
            <p:nvPr/>
          </p:nvSpPr>
          <p:spPr>
            <a:xfrm>
              <a:off x="0" y="-47625"/>
              <a:ext cx="8127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22"/>
          <p:cNvGrpSpPr/>
          <p:nvPr/>
        </p:nvGrpSpPr>
        <p:grpSpPr>
          <a:xfrm>
            <a:off x="682668" y="3450296"/>
            <a:ext cx="7778700" cy="1178130"/>
            <a:chOff x="0" y="-9525"/>
            <a:chExt cx="20743200" cy="3141679"/>
          </a:xfrm>
        </p:grpSpPr>
        <p:sp>
          <p:nvSpPr>
            <p:cNvPr id="113" name="Google Shape;113;p22"/>
            <p:cNvSpPr txBox="1"/>
            <p:nvPr/>
          </p:nvSpPr>
          <p:spPr>
            <a:xfrm>
              <a:off x="0" y="-9525"/>
              <a:ext cx="20743200" cy="184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0">
                  <a:solidFill>
                    <a:srgbClr val="FFFFFF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Click to add title</a:t>
              </a:r>
              <a:endParaRPr sz="700"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sp>
          <p:nvSpPr>
            <p:cNvPr id="114" name="Google Shape;114;p22"/>
            <p:cNvSpPr txBox="1"/>
            <p:nvPr/>
          </p:nvSpPr>
          <p:spPr>
            <a:xfrm>
              <a:off x="0" y="2393254"/>
              <a:ext cx="207432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FFFFFF"/>
                  </a:solidFill>
                  <a:latin typeface="Gloria Hallelujah"/>
                  <a:ea typeface="Gloria Hallelujah"/>
                  <a:cs typeface="Gloria Hallelujah"/>
                  <a:sym typeface="Gloria Hallelujah"/>
                </a:rPr>
                <a:t>Add text</a:t>
              </a:r>
              <a:endParaRPr sz="700" b="1">
                <a:latin typeface="Gloria Hallelujah"/>
                <a:ea typeface="Gloria Hallelujah"/>
                <a:cs typeface="Gloria Hallelujah"/>
                <a:sym typeface="Gloria Hallelujah"/>
              </a:endParaRPr>
            </a:p>
          </p:txBody>
        </p:sp>
      </p:grpSp>
      <p:sp>
        <p:nvSpPr>
          <p:cNvPr id="115" name="Google Shape;115;p22"/>
          <p:cNvSpPr>
            <a:spLocks noGrp="1"/>
          </p:cNvSpPr>
          <p:nvPr>
            <p:ph type="pic" idx="2"/>
          </p:nvPr>
        </p:nvSpPr>
        <p:spPr>
          <a:xfrm>
            <a:off x="2089950" y="0"/>
            <a:ext cx="4964100" cy="3279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/>
        </p:nvSpPr>
        <p:spPr>
          <a:xfrm>
            <a:off x="3158247" y="1402925"/>
            <a:ext cx="2827500" cy="20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0" tIns="127000" rIns="127000" bIns="1270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XX%</a:t>
            </a:r>
            <a:endParaRPr sz="7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18" name="Google Shape;118;p23"/>
          <p:cNvSpPr txBox="1"/>
          <p:nvPr/>
        </p:nvSpPr>
        <p:spPr>
          <a:xfrm>
            <a:off x="3071997" y="36741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Click to add text</a:t>
            </a:r>
            <a:endParaRPr sz="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" name="Google Shape;119;p23"/>
          <p:cNvSpPr txBox="1"/>
          <p:nvPr/>
        </p:nvSpPr>
        <p:spPr>
          <a:xfrm>
            <a:off x="3579897" y="3206800"/>
            <a:ext cx="198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B0E94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Click to Add Title</a:t>
            </a:r>
            <a:endParaRPr sz="700">
              <a:solidFill>
                <a:srgbClr val="3B0E94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20" name="Google Shape;120;p23"/>
          <p:cNvSpPr txBox="1"/>
          <p:nvPr/>
        </p:nvSpPr>
        <p:spPr>
          <a:xfrm>
            <a:off x="1389773" y="586875"/>
            <a:ext cx="6364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Click to Add Title</a:t>
            </a:r>
            <a:endParaRPr sz="4500">
              <a:solidFill>
                <a:schemeClr val="dk2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21" name="Google Shape;121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228809">
            <a:off x="7355839" y="2532106"/>
            <a:ext cx="1605713" cy="2973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8519" y="3606996"/>
            <a:ext cx="1389776" cy="1217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/>
        </p:nvSpPr>
        <p:spPr>
          <a:xfrm>
            <a:off x="1413450" y="509600"/>
            <a:ext cx="6317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FFE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Click to add title</a:t>
            </a:r>
            <a:endParaRPr sz="700">
              <a:solidFill>
                <a:srgbClr val="FFE000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pSp>
        <p:nvGrpSpPr>
          <p:cNvPr id="125" name="Google Shape;125;p24"/>
          <p:cNvGrpSpPr/>
          <p:nvPr/>
        </p:nvGrpSpPr>
        <p:grpSpPr>
          <a:xfrm>
            <a:off x="2562300" y="1361875"/>
            <a:ext cx="4019383" cy="584117"/>
            <a:chOff x="0" y="0"/>
            <a:chExt cx="6112200" cy="1557644"/>
          </a:xfrm>
        </p:grpSpPr>
        <p:sp>
          <p:nvSpPr>
            <p:cNvPr id="126" name="Google Shape;126;p24"/>
            <p:cNvSpPr txBox="1"/>
            <p:nvPr/>
          </p:nvSpPr>
          <p:spPr>
            <a:xfrm>
              <a:off x="0" y="0"/>
              <a:ext cx="61122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3B0E94"/>
                  </a:solidFill>
                  <a:latin typeface="Gloria Hallelujah"/>
                  <a:ea typeface="Gloria Hallelujah"/>
                  <a:cs typeface="Gloria Hallelujah"/>
                  <a:sym typeface="Gloria Hallelujah"/>
                </a:rPr>
                <a:t>Add Text</a:t>
              </a:r>
              <a:endParaRPr sz="700" b="1">
                <a:solidFill>
                  <a:srgbClr val="3B0E94"/>
                </a:solidFill>
                <a:latin typeface="Gloria Hallelujah"/>
                <a:ea typeface="Gloria Hallelujah"/>
                <a:cs typeface="Gloria Hallelujah"/>
                <a:sym typeface="Gloria Hallelujah"/>
              </a:endParaRPr>
            </a:p>
          </p:txBody>
        </p:sp>
        <p:sp>
          <p:nvSpPr>
            <p:cNvPr id="127" name="Google Shape;127;p24"/>
            <p:cNvSpPr txBox="1"/>
            <p:nvPr/>
          </p:nvSpPr>
          <p:spPr>
            <a:xfrm>
              <a:off x="0" y="1065044"/>
              <a:ext cx="611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Add Text</a:t>
              </a:r>
              <a:endPara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128" name="Google Shape;128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118" y="3200572"/>
            <a:ext cx="1776900" cy="1942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607862">
            <a:off x="7652520" y="3836041"/>
            <a:ext cx="1215240" cy="110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28600" y="137325"/>
            <a:ext cx="4455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 ExtraBold"/>
              <a:buNone/>
              <a:defRPr sz="220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Poppins ExtraBold"/>
              <a:buNone/>
              <a:defRPr sz="9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Poppins ExtraBold"/>
              <a:buNone/>
              <a:defRPr sz="9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Poppins ExtraBold"/>
              <a:buNone/>
              <a:defRPr sz="9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Poppins ExtraBold"/>
              <a:buNone/>
              <a:defRPr sz="9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Poppins ExtraBold"/>
              <a:buNone/>
              <a:defRPr sz="9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Poppins ExtraBold"/>
              <a:buNone/>
              <a:defRPr sz="9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Poppins ExtraBold"/>
              <a:buNone/>
              <a:defRPr sz="9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Poppins ExtraBold"/>
              <a:buNone/>
              <a:defRPr sz="9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loria Hallelujah"/>
              <a:buChar char="•"/>
              <a:defRPr sz="1600" i="0" u="none" strike="noStrike" cap="none">
                <a:solidFill>
                  <a:schemeClr val="dk1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–"/>
              <a:defRPr sz="14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12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–"/>
              <a:defRPr sz="10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»"/>
              <a:defRPr sz="10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•"/>
              <a:defRPr sz="10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•"/>
              <a:defRPr sz="10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•"/>
              <a:defRPr sz="10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•"/>
              <a:defRPr sz="10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60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60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6CE6"/>
        </a:solidFill>
        <a:effectLst/>
      </p:bgPr>
    </p:bg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8"/>
          <p:cNvSpPr txBox="1"/>
          <p:nvPr/>
        </p:nvSpPr>
        <p:spPr>
          <a:xfrm>
            <a:off x="2643074" y="0"/>
            <a:ext cx="3449714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2"/>
              </a:lnSpc>
            </a:pPr>
            <a:r>
              <a:rPr lang="en-US" sz="3600" dirty="0" smtClean="0">
                <a:solidFill>
                  <a:srgbClr val="002060"/>
                </a:solidFill>
              </a:rPr>
              <a:t>{title}</a:t>
            </a:r>
            <a:endParaRPr sz="700">
              <a:solidFill>
                <a:srgbClr val="002060"/>
              </a:solidFill>
            </a:endParaRPr>
          </a:p>
        </p:txBody>
      </p:sp>
      <p:sp>
        <p:nvSpPr>
          <p:cNvPr id="659" name="Google Shape;659;p48"/>
          <p:cNvSpPr txBox="1"/>
          <p:nvPr/>
        </p:nvSpPr>
        <p:spPr>
          <a:xfrm>
            <a:off x="2189531" y="732634"/>
            <a:ext cx="4464546" cy="413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2004"/>
              </a:lnSpc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</a:rPr>
              <a:t>{bullets}</a:t>
            </a:r>
            <a:endParaRPr sz="70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CB6CE6"/>
      </a:lt1>
      <a:dk2>
        <a:srgbClr val="FFE000"/>
      </a:dk2>
      <a:lt2>
        <a:srgbClr val="CB6CE6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PresentationFormat>On-screen Show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Poppins ExtraBold</vt:lpstr>
      <vt:lpstr>Gloria Hallelujah</vt:lpstr>
      <vt:lpstr>Poppins</vt:lpstr>
      <vt:lpstr>Calibri</vt:lpstr>
      <vt:lpstr>Pacifico</vt:lpstr>
      <vt:lpstr>Simple Light</vt:lpstr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PMYLS</dc:creator>
  <cp:lastModifiedBy>PMLS</cp:lastModifiedBy>
  <cp:revision>1</cp:revision>
  <dcterms:modified xsi:type="dcterms:W3CDTF">2026-09-09T06:11:31Z</dcterms:modified>
</cp:coreProperties>
</file>