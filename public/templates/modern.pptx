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73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3D7D1E1-71C0-4E88-A3CD-1770F46605E2}">
  <a:tblStyle styleId="{C3D7D1E1-71C0-4E88-A3CD-1770F46605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-988" y="-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7D8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"/>
          <p:cNvSpPr/>
          <p:nvPr/>
        </p:nvSpPr>
        <p:spPr>
          <a:xfrm rot="-5400000">
            <a:off x="3418919" y="-4202254"/>
            <a:ext cx="11195271" cy="18542891"/>
          </a:xfrm>
          <a:custGeom>
            <a:avLst/>
            <a:gdLst/>
            <a:ahLst/>
            <a:cxnLst/>
            <a:rect l="l" t="t" r="r" b="b"/>
            <a:pathLst>
              <a:path w="11195271" h="18542891" extrusionOk="0">
                <a:moveTo>
                  <a:pt x="0" y="0"/>
                </a:moveTo>
                <a:lnTo>
                  <a:pt x="11195271" y="0"/>
                </a:lnTo>
                <a:lnTo>
                  <a:pt x="11195271" y="18542891"/>
                </a:lnTo>
                <a:lnTo>
                  <a:pt x="0" y="18542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4" name="Google Shape;374;p30"/>
          <p:cNvSpPr txBox="1"/>
          <p:nvPr/>
        </p:nvSpPr>
        <p:spPr>
          <a:xfrm>
            <a:off x="2391591" y="1514179"/>
            <a:ext cx="12542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9600" dirty="0" smtClean="0"/>
              <a:t>{title}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2638379" y="3144239"/>
            <a:ext cx="12804764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600" dirty="0" smtClean="0"/>
              <a:t>{bullets}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3</cp:revision>
  <dcterms:modified xsi:type="dcterms:W3CDTF">2026-09-10T05:23:12Z</dcterms:modified>
</cp:coreProperties>
</file>