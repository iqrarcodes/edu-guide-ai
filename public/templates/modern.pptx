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73" r:id="rId2"/>
    <p:sldId id="277" r:id="rId3"/>
  </p:sldIdLst>
  <p:sldSz cx="18288000" cy="10287000"/>
  <p:notesSz cx="6858000" cy="9144000"/>
  <p:embeddedFontLst>
    <p:embeddedFont>
      <p:font typeface="Calibri" pitchFamily="34" charset="0"/>
      <p:regular r:id="rId5"/>
      <p:bold r:id="rId6"/>
      <p:italic r:id="rId7"/>
      <p:boldItalic r:id="rId8"/>
    </p:embeddedFont>
    <p:embeddedFont>
      <p:font typeface="Hammersmith One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C3D7D1E1-71C0-4E88-A3CD-1770F46605E2}">
  <a:tblStyle styleId="{C3D7D1E1-71C0-4E88-A3CD-1770F46605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>
      <p:cViewPr>
        <p:scale>
          <a:sx n="39" d="100"/>
          <a:sy n="39" d="100"/>
        </p:scale>
        <p:origin x="-936" y="-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7D8"/>
        </a:solid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0"/>
          <p:cNvSpPr/>
          <p:nvPr/>
        </p:nvSpPr>
        <p:spPr>
          <a:xfrm rot="-5400000">
            <a:off x="3418919" y="-4202254"/>
            <a:ext cx="11195271" cy="18542891"/>
          </a:xfrm>
          <a:custGeom>
            <a:avLst/>
            <a:gdLst/>
            <a:ahLst/>
            <a:cxnLst/>
            <a:rect l="l" t="t" r="r" b="b"/>
            <a:pathLst>
              <a:path w="11195271" h="18542891" extrusionOk="0">
                <a:moveTo>
                  <a:pt x="0" y="0"/>
                </a:moveTo>
                <a:lnTo>
                  <a:pt x="11195271" y="0"/>
                </a:lnTo>
                <a:lnTo>
                  <a:pt x="11195271" y="18542891"/>
                </a:lnTo>
                <a:lnTo>
                  <a:pt x="0" y="185428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74" name="Google Shape;374;p30"/>
          <p:cNvSpPr txBox="1"/>
          <p:nvPr/>
        </p:nvSpPr>
        <p:spPr>
          <a:xfrm>
            <a:off x="2391591" y="1514179"/>
            <a:ext cx="125421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9600" dirty="0" smtClean="0"/>
              <a:t>{title}</a:t>
            </a:r>
            <a:endParaRPr/>
          </a:p>
        </p:txBody>
      </p:sp>
      <p:sp>
        <p:nvSpPr>
          <p:cNvPr id="375" name="Google Shape;375;p30"/>
          <p:cNvSpPr txBox="1"/>
          <p:nvPr/>
        </p:nvSpPr>
        <p:spPr>
          <a:xfrm>
            <a:off x="2638379" y="3144239"/>
            <a:ext cx="12804764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en-US" sz="3600" dirty="0" smtClean="0"/>
              <a:t>{bullets}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7D8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4"/>
          <p:cNvSpPr/>
          <p:nvPr/>
        </p:nvSpPr>
        <p:spPr>
          <a:xfrm rot="-5400000">
            <a:off x="8033093" y="-26314"/>
            <a:ext cx="11294409" cy="11282745"/>
          </a:xfrm>
          <a:custGeom>
            <a:avLst/>
            <a:gdLst/>
            <a:ahLst/>
            <a:cxnLst/>
            <a:rect l="l" t="t" r="r" b="b"/>
            <a:pathLst>
              <a:path w="11294409" h="11294409" extrusionOk="0">
                <a:moveTo>
                  <a:pt x="0" y="0"/>
                </a:moveTo>
                <a:lnTo>
                  <a:pt x="11294409" y="0"/>
                </a:lnTo>
                <a:lnTo>
                  <a:pt x="11294409" y="11294409"/>
                </a:lnTo>
                <a:lnTo>
                  <a:pt x="0" y="1129440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28" name="Google Shape;428;p34"/>
          <p:cNvSpPr/>
          <p:nvPr/>
        </p:nvSpPr>
        <p:spPr>
          <a:xfrm rot="5400000">
            <a:off x="-2432630" y="-32143"/>
            <a:ext cx="11294409" cy="11294409"/>
          </a:xfrm>
          <a:custGeom>
            <a:avLst/>
            <a:gdLst/>
            <a:ahLst/>
            <a:cxnLst/>
            <a:rect l="l" t="t" r="r" b="b"/>
            <a:pathLst>
              <a:path w="11294409" h="11294409" extrusionOk="0">
                <a:moveTo>
                  <a:pt x="11294409" y="11294409"/>
                </a:moveTo>
                <a:lnTo>
                  <a:pt x="0" y="11294409"/>
                </a:lnTo>
                <a:lnTo>
                  <a:pt x="0" y="0"/>
                </a:lnTo>
                <a:lnTo>
                  <a:pt x="11294409" y="0"/>
                </a:lnTo>
                <a:lnTo>
                  <a:pt x="11294409" y="11294409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430" name="Google Shape;430;p34"/>
          <p:cNvGrpSpPr/>
          <p:nvPr/>
        </p:nvGrpSpPr>
        <p:grpSpPr>
          <a:xfrm>
            <a:off x="14630402" y="6545577"/>
            <a:ext cx="4693973" cy="4725652"/>
            <a:chOff x="-69857" y="-78034"/>
            <a:chExt cx="809173" cy="814634"/>
          </a:xfrm>
        </p:grpSpPr>
        <p:sp>
          <p:nvSpPr>
            <p:cNvPr id="431" name="Google Shape;431;p34"/>
            <p:cNvSpPr/>
            <p:nvPr/>
          </p:nvSpPr>
          <p:spPr>
            <a:xfrm>
              <a:off x="-69857" y="-78034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4B3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6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3" name="Google Shape;433;p34"/>
          <p:cNvSpPr/>
          <p:nvPr/>
        </p:nvSpPr>
        <p:spPr>
          <a:xfrm rot="7010750">
            <a:off x="13284953" y="6175877"/>
            <a:ext cx="8448498" cy="5632332"/>
          </a:xfrm>
          <a:custGeom>
            <a:avLst/>
            <a:gdLst/>
            <a:ahLst/>
            <a:cxnLst/>
            <a:rect l="l" t="t" r="r" b="b"/>
            <a:pathLst>
              <a:path w="8448498" h="5632332" extrusionOk="0">
                <a:moveTo>
                  <a:pt x="0" y="0"/>
                </a:moveTo>
                <a:lnTo>
                  <a:pt x="8448498" y="0"/>
                </a:lnTo>
                <a:lnTo>
                  <a:pt x="8448498" y="5632332"/>
                </a:lnTo>
                <a:lnTo>
                  <a:pt x="0" y="56323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438" name="Google Shape;438;p34"/>
          <p:cNvSpPr txBox="1"/>
          <p:nvPr/>
        </p:nvSpPr>
        <p:spPr>
          <a:xfrm>
            <a:off x="4415522" y="685800"/>
            <a:ext cx="7726128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9600" dirty="0" smtClean="0"/>
              <a:t>{title}</a:t>
            </a:r>
            <a:endParaRPr lang="en-US" sz="9600" dirty="0"/>
          </a:p>
        </p:txBody>
      </p:sp>
      <p:sp>
        <p:nvSpPr>
          <p:cNvPr id="439" name="Google Shape;439;p34"/>
          <p:cNvSpPr txBox="1"/>
          <p:nvPr/>
        </p:nvSpPr>
        <p:spPr>
          <a:xfrm>
            <a:off x="3932399" y="2953957"/>
            <a:ext cx="9084258" cy="108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30000"/>
              </a:lnSpc>
            </a:pPr>
            <a:r>
              <a:rPr lang="en-US" sz="5400" dirty="0" smtClean="0">
                <a:solidFill>
                  <a:schemeClr val="tx1"/>
                </a:solidFill>
              </a:rPr>
              <a:t>{</a:t>
            </a:r>
            <a:r>
              <a:rPr lang="en-US" sz="5400" dirty="0" smtClean="0">
                <a:solidFill>
                  <a:schemeClr val="tx1"/>
                </a:solidFill>
              </a:rPr>
              <a:t>bullets}</a:t>
            </a:r>
            <a:endParaRPr sz="5400">
              <a:solidFill>
                <a:schemeClr val="tx1"/>
              </a:solidFill>
            </a:endParaRPr>
          </a:p>
        </p:txBody>
      </p:sp>
      <p:sp>
        <p:nvSpPr>
          <p:cNvPr id="441" name="Google Shape;441;p34"/>
          <p:cNvSpPr txBox="1"/>
          <p:nvPr/>
        </p:nvSpPr>
        <p:spPr>
          <a:xfrm>
            <a:off x="5576014" y="8681612"/>
            <a:ext cx="7431050" cy="900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 i="0" u="none" strike="noStrike" cap="none" dirty="0" smtClean="0">
                <a:solidFill>
                  <a:srgbClr val="40C0D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 </a:t>
            </a:r>
            <a:endParaRPr/>
          </a:p>
        </p:txBody>
      </p:sp>
      <p:sp>
        <p:nvSpPr>
          <p:cNvPr id="19" name="Google Shape;431;p34"/>
          <p:cNvSpPr/>
          <p:nvPr/>
        </p:nvSpPr>
        <p:spPr>
          <a:xfrm>
            <a:off x="-2477613" y="0"/>
            <a:ext cx="4693973" cy="4715013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4B32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433;p34"/>
          <p:cNvSpPr/>
          <p:nvPr/>
        </p:nvSpPr>
        <p:spPr>
          <a:xfrm rot="18429393">
            <a:off x="-5083403" y="-624391"/>
            <a:ext cx="8448498" cy="5632332"/>
          </a:xfrm>
          <a:custGeom>
            <a:avLst/>
            <a:gdLst/>
            <a:ahLst/>
            <a:cxnLst/>
            <a:rect l="l" t="t" r="r" b="b"/>
            <a:pathLst>
              <a:path w="8448498" h="5632332" extrusionOk="0">
                <a:moveTo>
                  <a:pt x="0" y="0"/>
                </a:moveTo>
                <a:lnTo>
                  <a:pt x="8448498" y="0"/>
                </a:lnTo>
                <a:lnTo>
                  <a:pt x="8448498" y="5632332"/>
                </a:lnTo>
                <a:lnTo>
                  <a:pt x="0" y="56323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13</Words>
  <PresentationFormat>Custom</PresentationFormat>
  <Paragraphs>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Hammersmith One</vt:lpstr>
      <vt:lpstr>Office Theme</vt:lpstr>
      <vt:lpstr>Slide 1</vt:lpstr>
      <vt:lpstr>Slide 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PMYLS</dc:creator>
  <cp:lastModifiedBy>PMLS</cp:lastModifiedBy>
  <cp:revision>2</cp:revision>
  <dcterms:modified xsi:type="dcterms:W3CDTF">2026-09-09T05:04:45Z</dcterms:modified>
</cp:coreProperties>
</file>