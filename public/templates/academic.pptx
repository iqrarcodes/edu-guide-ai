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7" r:id="rId1"/>
  </p:sldMasterIdLst>
  <p:notesMasterIdLst>
    <p:notesMasterId r:id="rId3"/>
  </p:notesMasterIdLst>
  <p:sldIdLst>
    <p:sldId id="275" r:id="rId2"/>
  </p:sldIdLst>
  <p:sldSz cx="18288000" cy="10287000"/>
  <p:notesSz cx="6858000" cy="9144000"/>
  <p:embeddedFontLst>
    <p:embeddedFont>
      <p:font typeface="Calibri" pitchFamily="34" charset="0"/>
      <p:regular r:id="rId4"/>
      <p:bold r:id="rId5"/>
      <p:italic r:id="rId6"/>
      <p:boldItalic r:id="rId7"/>
    </p:embeddedFont>
    <p:embeddedFont>
      <p:font typeface="Archivo Black" charset="0"/>
      <p:regular r:id="rId8"/>
    </p:embeddedFont>
    <p:embeddedFont>
      <p:font typeface="Montserrat" charset="0"/>
      <p:bold r:id="rId9"/>
      <p:boldItalic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-77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presProps" Target="presProps.xml"/><Relationship Id="rId5" Type="http://schemas.openxmlformats.org/officeDocument/2006/relationships/font" Target="fonts/font2.fntdata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/>
        </p:nvSpPr>
        <p:spPr>
          <a:xfrm rot="10800000">
            <a:off x="15605849" y="-245733"/>
            <a:ext cx="2682151" cy="5247754"/>
          </a:xfrm>
          <a:custGeom>
            <a:avLst/>
            <a:gdLst/>
            <a:ahLst/>
            <a:cxnLst/>
            <a:rect l="l" t="t" r="r" b="b"/>
            <a:pathLst>
              <a:path w="2988469" h="5847080" extrusionOk="0">
                <a:moveTo>
                  <a:pt x="2988469" y="5847080"/>
                </a:moveTo>
                <a:lnTo>
                  <a:pt x="0" y="5847080"/>
                </a:lnTo>
                <a:lnTo>
                  <a:pt x="0" y="0"/>
                </a:lnTo>
                <a:lnTo>
                  <a:pt x="1343611" y="0"/>
                </a:lnTo>
                <a:cubicBezTo>
                  <a:pt x="2252681" y="0"/>
                  <a:pt x="2988469" y="702310"/>
                  <a:pt x="2988469" y="1567180"/>
                </a:cubicBezTo>
                <a:lnTo>
                  <a:pt x="2988469" y="5847080"/>
                </a:lnTo>
                <a:close/>
              </a:path>
            </a:pathLst>
          </a:custGeom>
          <a:solidFill>
            <a:srgbClr val="05DBFE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 rot="5400000">
            <a:off x="16267380" y="3967946"/>
            <a:ext cx="1660550" cy="1660550"/>
            <a:chOff x="0" y="0"/>
            <a:chExt cx="812800" cy="812800"/>
          </a:xfrm>
        </p:grpSpPr>
        <p:sp>
          <p:nvSpPr>
            <p:cNvPr id="15" name="Google Shape;15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3"/>
            <p:cNvSpPr txBox="1"/>
            <p:nvPr/>
          </p:nvSpPr>
          <p:spPr>
            <a:xfrm>
              <a:off x="76200" y="38100"/>
              <a:ext cx="660300" cy="698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17;p3"/>
          <p:cNvGrpSpPr/>
          <p:nvPr/>
        </p:nvGrpSpPr>
        <p:grpSpPr>
          <a:xfrm rot="5400000">
            <a:off x="15230490" y="4099538"/>
            <a:ext cx="2324581" cy="1409716"/>
            <a:chOff x="0" y="0"/>
            <a:chExt cx="1021345" cy="619383"/>
          </a:xfrm>
        </p:grpSpPr>
        <p:sp>
          <p:nvSpPr>
            <p:cNvPr id="18" name="Google Shape;18;p3"/>
            <p:cNvSpPr/>
            <p:nvPr/>
          </p:nvSpPr>
          <p:spPr>
            <a:xfrm>
              <a:off x="0" y="0"/>
              <a:ext cx="1021345" cy="619383"/>
            </a:xfrm>
            <a:custGeom>
              <a:avLst/>
              <a:gdLst/>
              <a:ahLst/>
              <a:cxnLst/>
              <a:rect l="l" t="t" r="r" b="b"/>
              <a:pathLst>
                <a:path w="1021345" h="619383" extrusionOk="0">
                  <a:moveTo>
                    <a:pt x="510673" y="0"/>
                  </a:moveTo>
                  <a:lnTo>
                    <a:pt x="1021345" y="619383"/>
                  </a:lnTo>
                  <a:lnTo>
                    <a:pt x="0" y="619383"/>
                  </a:lnTo>
                  <a:lnTo>
                    <a:pt x="51067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9" name="Google Shape;19;p3"/>
            <p:cNvSpPr txBox="1"/>
            <p:nvPr/>
          </p:nvSpPr>
          <p:spPr>
            <a:xfrm>
              <a:off x="159585" y="249471"/>
              <a:ext cx="702300" cy="32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" name="Google Shape;20;p3"/>
          <p:cNvGrpSpPr/>
          <p:nvPr/>
        </p:nvGrpSpPr>
        <p:grpSpPr>
          <a:xfrm>
            <a:off x="17571693" y="6932246"/>
            <a:ext cx="1390863" cy="1390863"/>
            <a:chOff x="0" y="0"/>
            <a:chExt cx="812800" cy="812800"/>
          </a:xfrm>
        </p:grpSpPr>
        <p:sp>
          <p:nvSpPr>
            <p:cNvPr id="21" name="Google Shape;21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143F9">
                <a:alpha val="60000"/>
              </a:srgbClr>
            </a:solidFill>
            <a:ln>
              <a:noFill/>
            </a:ln>
          </p:spPr>
        </p:sp>
        <p:sp>
          <p:nvSpPr>
            <p:cNvPr id="22" name="Google Shape;22;p3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" name="Google Shape;23;p3"/>
          <p:cNvGrpSpPr/>
          <p:nvPr/>
        </p:nvGrpSpPr>
        <p:grpSpPr>
          <a:xfrm>
            <a:off x="17613460" y="7867453"/>
            <a:ext cx="1390863" cy="1390863"/>
            <a:chOff x="0" y="0"/>
            <a:chExt cx="812800" cy="812800"/>
          </a:xfrm>
        </p:grpSpPr>
        <p:sp>
          <p:nvSpPr>
            <p:cNvPr id="24" name="Google Shape;24;p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0143F9">
                <a:alpha val="60000"/>
              </a:srgbClr>
            </a:solidFill>
            <a:ln>
              <a:noFill/>
            </a:ln>
          </p:spPr>
        </p:sp>
        <p:sp>
          <p:nvSpPr>
            <p:cNvPr id="25" name="Google Shape;25;p3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" name="Google Shape;26;p3"/>
          <p:cNvGrpSpPr/>
          <p:nvPr/>
        </p:nvGrpSpPr>
        <p:grpSpPr>
          <a:xfrm>
            <a:off x="13201256" y="1515308"/>
            <a:ext cx="3793103" cy="1446995"/>
            <a:chOff x="0" y="-38100"/>
            <a:chExt cx="999000" cy="381099"/>
          </a:xfrm>
        </p:grpSpPr>
        <p:sp>
          <p:nvSpPr>
            <p:cNvPr id="27" name="Google Shape;27;p3"/>
            <p:cNvSpPr/>
            <p:nvPr/>
          </p:nvSpPr>
          <p:spPr>
            <a:xfrm>
              <a:off x="0" y="0"/>
              <a:ext cx="998901" cy="342999"/>
            </a:xfrm>
            <a:custGeom>
              <a:avLst/>
              <a:gdLst/>
              <a:ahLst/>
              <a:cxnLst/>
              <a:rect l="l" t="t" r="r" b="b"/>
              <a:pathLst>
                <a:path w="998901" h="342999" extrusionOk="0">
                  <a:moveTo>
                    <a:pt x="795701" y="0"/>
                  </a:moveTo>
                  <a:cubicBezTo>
                    <a:pt x="907925" y="0"/>
                    <a:pt x="998901" y="76783"/>
                    <a:pt x="998901" y="171499"/>
                  </a:cubicBezTo>
                  <a:cubicBezTo>
                    <a:pt x="998901" y="266216"/>
                    <a:pt x="907925" y="342999"/>
                    <a:pt x="795701" y="342999"/>
                  </a:cubicBezTo>
                  <a:lnTo>
                    <a:pt x="203200" y="342999"/>
                  </a:lnTo>
                  <a:cubicBezTo>
                    <a:pt x="90976" y="342999"/>
                    <a:pt x="0" y="266216"/>
                    <a:pt x="0" y="171499"/>
                  </a:cubicBezTo>
                  <a:cubicBezTo>
                    <a:pt x="0" y="7678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82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 txBox="1"/>
            <p:nvPr/>
          </p:nvSpPr>
          <p:spPr>
            <a:xfrm>
              <a:off x="0" y="-38100"/>
              <a:ext cx="99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29;p3"/>
          <p:cNvGrpSpPr/>
          <p:nvPr/>
        </p:nvGrpSpPr>
        <p:grpSpPr>
          <a:xfrm rot="-5400000">
            <a:off x="14326495" y="427215"/>
            <a:ext cx="523220" cy="2465513"/>
            <a:chOff x="0" y="0"/>
            <a:chExt cx="697626" cy="3287350"/>
          </a:xfrm>
        </p:grpSpPr>
        <p:grpSp>
          <p:nvGrpSpPr>
            <p:cNvPr id="30" name="Google Shape;30;p3"/>
            <p:cNvGrpSpPr/>
            <p:nvPr/>
          </p:nvGrpSpPr>
          <p:grpSpPr>
            <a:xfrm>
              <a:off x="0" y="0"/>
              <a:ext cx="697626" cy="697626"/>
              <a:chOff x="0" y="0"/>
              <a:chExt cx="812800" cy="812800"/>
            </a:xfrm>
          </p:grpSpPr>
          <p:sp>
            <p:nvSpPr>
              <p:cNvPr id="31" name="Google Shape;31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32;p3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" name="Google Shape;33;p3"/>
            <p:cNvGrpSpPr/>
            <p:nvPr/>
          </p:nvGrpSpPr>
          <p:grpSpPr>
            <a:xfrm>
              <a:off x="0" y="1295192"/>
              <a:ext cx="697626" cy="697626"/>
              <a:chOff x="0" y="0"/>
              <a:chExt cx="812800" cy="812800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>
              <a:off x="0" y="2589724"/>
              <a:ext cx="697626" cy="697626"/>
              <a:chOff x="0" y="0"/>
              <a:chExt cx="812800" cy="812800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" name="Google Shape;39;p3"/>
          <p:cNvSpPr/>
          <p:nvPr/>
        </p:nvSpPr>
        <p:spPr>
          <a:xfrm rot="5400000">
            <a:off x="15581569" y="7636731"/>
            <a:ext cx="2223856" cy="2223856"/>
          </a:xfrm>
          <a:custGeom>
            <a:avLst/>
            <a:gdLst/>
            <a:ahLst/>
            <a:cxnLst/>
            <a:rect l="l" t="t" r="r" b="b"/>
            <a:pathLst>
              <a:path w="6540754" h="6540754" extrusionOk="0">
                <a:moveTo>
                  <a:pt x="6540754" y="0"/>
                </a:moveTo>
                <a:lnTo>
                  <a:pt x="0" y="6540754"/>
                </a:lnTo>
                <a:lnTo>
                  <a:pt x="6540754" y="6540754"/>
                </a:lnTo>
                <a:close/>
              </a:path>
            </a:pathLst>
          </a:custGeom>
          <a:solidFill>
            <a:srgbClr val="004AE9"/>
          </a:solidFill>
          <a:ln>
            <a:noFill/>
          </a:ln>
        </p:spPr>
      </p:sp>
      <p:pic>
        <p:nvPicPr>
          <p:cNvPr id="40" name="Google Shape;40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687928" y="1229727"/>
            <a:ext cx="1143125" cy="232881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97946" y="6646476"/>
            <a:ext cx="583550" cy="888896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7006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ctr"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ctr"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3"/>
          <p:cNvSpPr txBox="1"/>
          <p:nvPr/>
        </p:nvSpPr>
        <p:spPr>
          <a:xfrm>
            <a:off x="13939729" y="553618"/>
            <a:ext cx="86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44" name="Google Shape;44;p3"/>
          <p:cNvSpPr txBox="1"/>
          <p:nvPr/>
        </p:nvSpPr>
        <p:spPr>
          <a:xfrm>
            <a:off x="16320901" y="553618"/>
            <a:ext cx="97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1028700" y="460736"/>
            <a:ext cx="614836" cy="647816"/>
          </a:xfrm>
          <a:custGeom>
            <a:avLst/>
            <a:gdLst/>
            <a:ahLst/>
            <a:cxnLst/>
            <a:rect l="l" t="t" r="r" b="b"/>
            <a:pathLst>
              <a:path w="614836" h="647816" extrusionOk="0">
                <a:moveTo>
                  <a:pt x="0" y="0"/>
                </a:moveTo>
                <a:lnTo>
                  <a:pt x="614836" y="0"/>
                </a:lnTo>
                <a:lnTo>
                  <a:pt x="614836" y="647816"/>
                </a:lnTo>
                <a:lnTo>
                  <a:pt x="0" y="647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46" name="Google Shape;46;p3"/>
          <p:cNvSpPr txBox="1"/>
          <p:nvPr/>
        </p:nvSpPr>
        <p:spPr>
          <a:xfrm>
            <a:off x="11685804" y="553618"/>
            <a:ext cx="7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47" name="Google Shape;47;p3"/>
          <p:cNvSpPr txBox="1"/>
          <p:nvPr/>
        </p:nvSpPr>
        <p:spPr>
          <a:xfrm>
            <a:off x="9486239" y="553618"/>
            <a:ext cx="62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48" name="Google Shape;48;p3"/>
          <p:cNvSpPr txBox="1"/>
          <p:nvPr/>
        </p:nvSpPr>
        <p:spPr>
          <a:xfrm>
            <a:off x="1869314" y="632245"/>
            <a:ext cx="58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sp>
        <p:nvSpPr>
          <p:cNvPr id="49" name="Google Shape;49;p3"/>
          <p:cNvSpPr txBox="1">
            <a:spLocks noGrp="1"/>
          </p:cNvSpPr>
          <p:nvPr>
            <p:ph type="title"/>
          </p:nvPr>
        </p:nvSpPr>
        <p:spPr>
          <a:xfrm>
            <a:off x="1491750" y="1905263"/>
            <a:ext cx="9653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Archivo Black"/>
              <a:buNone/>
              <a:defRPr sz="70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491750" y="1905263"/>
            <a:ext cx="9653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3456200" y="47428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13939729" y="553618"/>
            <a:ext cx="86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54" name="Google Shape;54;p4"/>
          <p:cNvSpPr txBox="1"/>
          <p:nvPr/>
        </p:nvSpPr>
        <p:spPr>
          <a:xfrm>
            <a:off x="16320901" y="553618"/>
            <a:ext cx="97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1028700" y="460736"/>
            <a:ext cx="614836" cy="647816"/>
          </a:xfrm>
          <a:custGeom>
            <a:avLst/>
            <a:gdLst/>
            <a:ahLst/>
            <a:cxnLst/>
            <a:rect l="l" t="t" r="r" b="b"/>
            <a:pathLst>
              <a:path w="614836" h="647816" extrusionOk="0">
                <a:moveTo>
                  <a:pt x="0" y="0"/>
                </a:moveTo>
                <a:lnTo>
                  <a:pt x="614836" y="0"/>
                </a:lnTo>
                <a:lnTo>
                  <a:pt x="614836" y="647816"/>
                </a:lnTo>
                <a:lnTo>
                  <a:pt x="0" y="647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56" name="Google Shape;56;p4"/>
          <p:cNvSpPr txBox="1"/>
          <p:nvPr/>
        </p:nvSpPr>
        <p:spPr>
          <a:xfrm>
            <a:off x="11685804" y="553618"/>
            <a:ext cx="7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57" name="Google Shape;57;p4"/>
          <p:cNvSpPr txBox="1"/>
          <p:nvPr/>
        </p:nvSpPr>
        <p:spPr>
          <a:xfrm>
            <a:off x="9486239" y="553618"/>
            <a:ext cx="62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58" name="Google Shape;58;p4"/>
          <p:cNvSpPr txBox="1"/>
          <p:nvPr/>
        </p:nvSpPr>
        <p:spPr>
          <a:xfrm>
            <a:off x="1869314" y="632245"/>
            <a:ext cx="58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 rot="-5400000">
            <a:off x="14324431" y="8192126"/>
            <a:ext cx="2682151" cy="5247754"/>
          </a:xfrm>
          <a:custGeom>
            <a:avLst/>
            <a:gdLst/>
            <a:ahLst/>
            <a:cxnLst/>
            <a:rect l="l" t="t" r="r" b="b"/>
            <a:pathLst>
              <a:path w="2988469" h="5847080" extrusionOk="0">
                <a:moveTo>
                  <a:pt x="2988469" y="5847080"/>
                </a:moveTo>
                <a:lnTo>
                  <a:pt x="0" y="5847080"/>
                </a:lnTo>
                <a:lnTo>
                  <a:pt x="0" y="0"/>
                </a:lnTo>
                <a:lnTo>
                  <a:pt x="1343611" y="0"/>
                </a:lnTo>
                <a:cubicBezTo>
                  <a:pt x="2252681" y="0"/>
                  <a:pt x="2988469" y="702310"/>
                  <a:pt x="2988469" y="1567180"/>
                </a:cubicBezTo>
                <a:lnTo>
                  <a:pt x="2988469" y="5847080"/>
                </a:lnTo>
                <a:close/>
              </a:path>
            </a:pathLst>
          </a:custGeom>
          <a:solidFill>
            <a:srgbClr val="05DBFE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60;p4"/>
          <p:cNvGrpSpPr/>
          <p:nvPr/>
        </p:nvGrpSpPr>
        <p:grpSpPr>
          <a:xfrm>
            <a:off x="15298026" y="9214028"/>
            <a:ext cx="2465513" cy="523220"/>
            <a:chOff x="0" y="6"/>
            <a:chExt cx="3287350" cy="697626"/>
          </a:xfrm>
        </p:grpSpPr>
        <p:grpSp>
          <p:nvGrpSpPr>
            <p:cNvPr id="61" name="Google Shape;61;p4"/>
            <p:cNvGrpSpPr/>
            <p:nvPr/>
          </p:nvGrpSpPr>
          <p:grpSpPr>
            <a:xfrm rot="-5400000">
              <a:off x="0" y="6"/>
              <a:ext cx="697626" cy="697626"/>
              <a:chOff x="0" y="0"/>
              <a:chExt cx="812800" cy="812800"/>
            </a:xfrm>
          </p:grpSpPr>
          <p:sp>
            <p:nvSpPr>
              <p:cNvPr id="62" name="Google Shape;62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Google Shape;63;p4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4" name="Google Shape;64;p4"/>
            <p:cNvGrpSpPr/>
            <p:nvPr/>
          </p:nvGrpSpPr>
          <p:grpSpPr>
            <a:xfrm rot="-5400000">
              <a:off x="1295192" y="6"/>
              <a:ext cx="697626" cy="697626"/>
              <a:chOff x="0" y="0"/>
              <a:chExt cx="812800" cy="812800"/>
            </a:xfrm>
          </p:grpSpPr>
          <p:sp>
            <p:nvSpPr>
              <p:cNvPr id="65" name="Google Shape;65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Google Shape;66;p4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" name="Google Shape;67;p4"/>
            <p:cNvGrpSpPr/>
            <p:nvPr/>
          </p:nvGrpSpPr>
          <p:grpSpPr>
            <a:xfrm rot="-5400000">
              <a:off x="2589724" y="6"/>
              <a:ext cx="697626" cy="697626"/>
              <a:chOff x="0" y="0"/>
              <a:chExt cx="812800" cy="812800"/>
            </a:xfrm>
          </p:grpSpPr>
          <p:sp>
            <p:nvSpPr>
              <p:cNvPr id="68" name="Google Shape;68;p4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Google Shape;69;p4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0" name="Google Shape;70;p4"/>
          <p:cNvSpPr/>
          <p:nvPr/>
        </p:nvSpPr>
        <p:spPr>
          <a:xfrm rot="5400000">
            <a:off x="172806" y="7151998"/>
            <a:ext cx="2943339" cy="2943339"/>
          </a:xfrm>
          <a:custGeom>
            <a:avLst/>
            <a:gdLst/>
            <a:ahLst/>
            <a:cxnLst/>
            <a:rect l="l" t="t" r="r" b="b"/>
            <a:pathLst>
              <a:path w="6540754" h="6540754" extrusionOk="0">
                <a:moveTo>
                  <a:pt x="6540754" y="0"/>
                </a:moveTo>
                <a:lnTo>
                  <a:pt x="0" y="6540754"/>
                </a:lnTo>
                <a:lnTo>
                  <a:pt x="6540754" y="6540754"/>
                </a:lnTo>
                <a:close/>
              </a:path>
            </a:pathLst>
          </a:custGeom>
          <a:solidFill>
            <a:srgbClr val="082FD6"/>
          </a:solidFill>
          <a:ln>
            <a:noFill/>
          </a:ln>
        </p:spPr>
      </p:sp>
      <p:pic>
        <p:nvPicPr>
          <p:cNvPr id="71" name="Google Shape;7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262" y="7468362"/>
            <a:ext cx="2324575" cy="23125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07909" y="4341976"/>
            <a:ext cx="583550" cy="888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"/>
          <p:cNvSpPr/>
          <p:nvPr/>
        </p:nvSpPr>
        <p:spPr>
          <a:xfrm rot="10800000">
            <a:off x="15438687" y="-1384"/>
            <a:ext cx="2682151" cy="5247754"/>
          </a:xfrm>
          <a:custGeom>
            <a:avLst/>
            <a:gdLst/>
            <a:ahLst/>
            <a:cxnLst/>
            <a:rect l="l" t="t" r="r" b="b"/>
            <a:pathLst>
              <a:path w="2988469" h="5847080" extrusionOk="0">
                <a:moveTo>
                  <a:pt x="2988469" y="5847080"/>
                </a:moveTo>
                <a:lnTo>
                  <a:pt x="0" y="5847080"/>
                </a:lnTo>
                <a:lnTo>
                  <a:pt x="0" y="0"/>
                </a:lnTo>
                <a:lnTo>
                  <a:pt x="1343611" y="0"/>
                </a:lnTo>
                <a:cubicBezTo>
                  <a:pt x="2252681" y="0"/>
                  <a:pt x="2988469" y="702310"/>
                  <a:pt x="2988469" y="1567180"/>
                </a:cubicBezTo>
                <a:lnTo>
                  <a:pt x="2988469" y="5847080"/>
                </a:lnTo>
                <a:close/>
              </a:path>
            </a:pathLst>
          </a:custGeom>
          <a:solidFill>
            <a:srgbClr val="05DBFE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5"/>
          <p:cNvSpPr/>
          <p:nvPr/>
        </p:nvSpPr>
        <p:spPr>
          <a:xfrm>
            <a:off x="14848292" y="6953512"/>
            <a:ext cx="2943339" cy="2943339"/>
          </a:xfrm>
          <a:custGeom>
            <a:avLst/>
            <a:gdLst/>
            <a:ahLst/>
            <a:cxnLst/>
            <a:rect l="l" t="t" r="r" b="b"/>
            <a:pathLst>
              <a:path w="6540754" h="6540754" extrusionOk="0">
                <a:moveTo>
                  <a:pt x="6540754" y="0"/>
                </a:moveTo>
                <a:lnTo>
                  <a:pt x="0" y="6540754"/>
                </a:lnTo>
                <a:lnTo>
                  <a:pt x="6540754" y="6540754"/>
                </a:lnTo>
                <a:close/>
              </a:path>
            </a:pathLst>
          </a:custGeom>
          <a:solidFill>
            <a:srgbClr val="082FD6"/>
          </a:solidFill>
          <a:ln>
            <a:noFill/>
          </a:ln>
        </p:spPr>
      </p:sp>
      <p:grpSp>
        <p:nvGrpSpPr>
          <p:cNvPr id="76" name="Google Shape;76;p5"/>
          <p:cNvGrpSpPr/>
          <p:nvPr/>
        </p:nvGrpSpPr>
        <p:grpSpPr>
          <a:xfrm>
            <a:off x="14960581" y="8735080"/>
            <a:ext cx="2465513" cy="523220"/>
            <a:chOff x="0" y="6"/>
            <a:chExt cx="3287350" cy="697626"/>
          </a:xfrm>
        </p:grpSpPr>
        <p:grpSp>
          <p:nvGrpSpPr>
            <p:cNvPr id="77" name="Google Shape;77;p5"/>
            <p:cNvGrpSpPr/>
            <p:nvPr/>
          </p:nvGrpSpPr>
          <p:grpSpPr>
            <a:xfrm rot="-5400000">
              <a:off x="0" y="6"/>
              <a:ext cx="697626" cy="697626"/>
              <a:chOff x="0" y="0"/>
              <a:chExt cx="812800" cy="812800"/>
            </a:xfrm>
          </p:grpSpPr>
          <p:sp>
            <p:nvSpPr>
              <p:cNvPr id="78" name="Google Shape;78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Google Shape;79;p5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" name="Google Shape;80;p5"/>
            <p:cNvGrpSpPr/>
            <p:nvPr/>
          </p:nvGrpSpPr>
          <p:grpSpPr>
            <a:xfrm rot="-5400000">
              <a:off x="1295192" y="6"/>
              <a:ext cx="697626" cy="697626"/>
              <a:chOff x="0" y="0"/>
              <a:chExt cx="812800" cy="812800"/>
            </a:xfrm>
          </p:grpSpPr>
          <p:sp>
            <p:nvSpPr>
              <p:cNvPr id="81" name="Google Shape;81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Google Shape;82;p5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3" name="Google Shape;83;p5"/>
            <p:cNvGrpSpPr/>
            <p:nvPr/>
          </p:nvGrpSpPr>
          <p:grpSpPr>
            <a:xfrm rot="-5400000">
              <a:off x="2589724" y="6"/>
              <a:ext cx="697626" cy="697626"/>
              <a:chOff x="0" y="0"/>
              <a:chExt cx="812800" cy="812800"/>
            </a:xfrm>
          </p:grpSpPr>
          <p:sp>
            <p:nvSpPr>
              <p:cNvPr id="84" name="Google Shape;84;p5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Google Shape;85;p5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86" name="Google Shape;86;p5"/>
          <p:cNvSpPr/>
          <p:nvPr/>
        </p:nvSpPr>
        <p:spPr>
          <a:xfrm>
            <a:off x="15642089" y="2159352"/>
            <a:ext cx="1784009" cy="1164471"/>
          </a:xfrm>
          <a:custGeom>
            <a:avLst/>
            <a:gdLst/>
            <a:ahLst/>
            <a:cxnLst/>
            <a:rect l="l" t="t" r="r" b="b"/>
            <a:pathLst>
              <a:path w="1784009" h="1164471" extrusionOk="0">
                <a:moveTo>
                  <a:pt x="0" y="0"/>
                </a:moveTo>
                <a:lnTo>
                  <a:pt x="1784009" y="0"/>
                </a:lnTo>
                <a:lnTo>
                  <a:pt x="1784009" y="1164471"/>
                </a:lnTo>
                <a:lnTo>
                  <a:pt x="0" y="11644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pic>
        <p:nvPicPr>
          <p:cNvPr id="87" name="Google Shape;87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811521" y="6489301"/>
            <a:ext cx="583550" cy="888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263200" y="1764700"/>
            <a:ext cx="1184741" cy="241357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5"/>
          <p:cNvSpPr txBox="1">
            <a:spLocks noGrp="1"/>
          </p:cNvSpPr>
          <p:nvPr>
            <p:ph type="body" idx="1"/>
          </p:nvPr>
        </p:nvSpPr>
        <p:spPr>
          <a:xfrm>
            <a:off x="3611263" y="66545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SzPts val="2400"/>
              <a:buNone/>
              <a:defRPr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SzPts val="24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SzPts val="2400"/>
              <a:buNone/>
              <a:defRPr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5"/>
          <p:cNvSpPr txBox="1"/>
          <p:nvPr/>
        </p:nvSpPr>
        <p:spPr>
          <a:xfrm>
            <a:off x="13939729" y="553618"/>
            <a:ext cx="86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91" name="Google Shape;91;p5"/>
          <p:cNvSpPr txBox="1"/>
          <p:nvPr/>
        </p:nvSpPr>
        <p:spPr>
          <a:xfrm>
            <a:off x="16320901" y="553618"/>
            <a:ext cx="97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92" name="Google Shape;92;p5"/>
          <p:cNvSpPr/>
          <p:nvPr/>
        </p:nvSpPr>
        <p:spPr>
          <a:xfrm>
            <a:off x="1028700" y="460736"/>
            <a:ext cx="614836" cy="647816"/>
          </a:xfrm>
          <a:custGeom>
            <a:avLst/>
            <a:gdLst/>
            <a:ahLst/>
            <a:cxnLst/>
            <a:rect l="l" t="t" r="r" b="b"/>
            <a:pathLst>
              <a:path w="614836" h="647816" extrusionOk="0">
                <a:moveTo>
                  <a:pt x="0" y="0"/>
                </a:moveTo>
                <a:lnTo>
                  <a:pt x="614836" y="0"/>
                </a:lnTo>
                <a:lnTo>
                  <a:pt x="614836" y="647816"/>
                </a:lnTo>
                <a:lnTo>
                  <a:pt x="0" y="647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93" name="Google Shape;93;p5"/>
          <p:cNvSpPr txBox="1"/>
          <p:nvPr/>
        </p:nvSpPr>
        <p:spPr>
          <a:xfrm>
            <a:off x="11685804" y="553618"/>
            <a:ext cx="7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94" name="Google Shape;94;p5"/>
          <p:cNvSpPr txBox="1"/>
          <p:nvPr/>
        </p:nvSpPr>
        <p:spPr>
          <a:xfrm>
            <a:off x="9486239" y="553618"/>
            <a:ext cx="62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95" name="Google Shape;95;p5"/>
          <p:cNvSpPr txBox="1"/>
          <p:nvPr/>
        </p:nvSpPr>
        <p:spPr>
          <a:xfrm>
            <a:off x="1869314" y="632245"/>
            <a:ext cx="58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sp>
        <p:nvSpPr>
          <p:cNvPr id="96" name="Google Shape;96;p5"/>
          <p:cNvSpPr txBox="1">
            <a:spLocks noGrp="1"/>
          </p:cNvSpPr>
          <p:nvPr>
            <p:ph type="title"/>
          </p:nvPr>
        </p:nvSpPr>
        <p:spPr>
          <a:xfrm>
            <a:off x="1491750" y="1905263"/>
            <a:ext cx="9653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Archivo Black"/>
              <a:buNone/>
              <a:defRPr sz="70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1491750" y="1905263"/>
            <a:ext cx="9653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3346150" y="4313475"/>
            <a:ext cx="54579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9010144" y="4313475"/>
            <a:ext cx="54579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6"/>
          <p:cNvSpPr txBox="1"/>
          <p:nvPr/>
        </p:nvSpPr>
        <p:spPr>
          <a:xfrm>
            <a:off x="13939729" y="553618"/>
            <a:ext cx="86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102" name="Google Shape;102;p6"/>
          <p:cNvSpPr txBox="1"/>
          <p:nvPr/>
        </p:nvSpPr>
        <p:spPr>
          <a:xfrm>
            <a:off x="16320901" y="553618"/>
            <a:ext cx="97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103" name="Google Shape;103;p6"/>
          <p:cNvSpPr/>
          <p:nvPr/>
        </p:nvSpPr>
        <p:spPr>
          <a:xfrm>
            <a:off x="1028700" y="460736"/>
            <a:ext cx="614836" cy="647816"/>
          </a:xfrm>
          <a:custGeom>
            <a:avLst/>
            <a:gdLst/>
            <a:ahLst/>
            <a:cxnLst/>
            <a:rect l="l" t="t" r="r" b="b"/>
            <a:pathLst>
              <a:path w="614836" h="647816" extrusionOk="0">
                <a:moveTo>
                  <a:pt x="0" y="0"/>
                </a:moveTo>
                <a:lnTo>
                  <a:pt x="614836" y="0"/>
                </a:lnTo>
                <a:lnTo>
                  <a:pt x="614836" y="647816"/>
                </a:lnTo>
                <a:lnTo>
                  <a:pt x="0" y="647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04" name="Google Shape;104;p6"/>
          <p:cNvSpPr txBox="1"/>
          <p:nvPr/>
        </p:nvSpPr>
        <p:spPr>
          <a:xfrm>
            <a:off x="11685804" y="553618"/>
            <a:ext cx="7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105" name="Google Shape;105;p6"/>
          <p:cNvSpPr txBox="1"/>
          <p:nvPr/>
        </p:nvSpPr>
        <p:spPr>
          <a:xfrm>
            <a:off x="9486239" y="553618"/>
            <a:ext cx="62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106" name="Google Shape;106;p6"/>
          <p:cNvSpPr txBox="1"/>
          <p:nvPr/>
        </p:nvSpPr>
        <p:spPr>
          <a:xfrm>
            <a:off x="1869314" y="632245"/>
            <a:ext cx="58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grpSp>
        <p:nvGrpSpPr>
          <p:cNvPr id="107" name="Google Shape;107;p6"/>
          <p:cNvGrpSpPr/>
          <p:nvPr/>
        </p:nvGrpSpPr>
        <p:grpSpPr>
          <a:xfrm>
            <a:off x="17609071" y="1736484"/>
            <a:ext cx="1390863" cy="1390863"/>
            <a:chOff x="0" y="0"/>
            <a:chExt cx="812800" cy="812800"/>
          </a:xfrm>
        </p:grpSpPr>
        <p:sp>
          <p:nvSpPr>
            <p:cNvPr id="108" name="Google Shape;108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CDAFF">
                <a:alpha val="60000"/>
              </a:srgbClr>
            </a:solidFill>
            <a:ln>
              <a:noFill/>
            </a:ln>
          </p:spPr>
        </p:sp>
        <p:sp>
          <p:nvSpPr>
            <p:cNvPr id="109" name="Google Shape;109;p6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0" name="Google Shape;110;p6"/>
          <p:cNvGrpSpPr/>
          <p:nvPr/>
        </p:nvGrpSpPr>
        <p:grpSpPr>
          <a:xfrm>
            <a:off x="17650837" y="2671691"/>
            <a:ext cx="1390863" cy="1390863"/>
            <a:chOff x="0" y="0"/>
            <a:chExt cx="812800" cy="812800"/>
          </a:xfrm>
        </p:grpSpPr>
        <p:sp>
          <p:nvSpPr>
            <p:cNvPr id="111" name="Google Shape;111;p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CDAFF">
                <a:alpha val="60000"/>
              </a:srgbClr>
            </a:solidFill>
            <a:ln>
              <a:noFill/>
            </a:ln>
          </p:spPr>
        </p:sp>
        <p:sp>
          <p:nvSpPr>
            <p:cNvPr id="112" name="Google Shape;112;p6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6"/>
          <p:cNvGrpSpPr/>
          <p:nvPr/>
        </p:nvGrpSpPr>
        <p:grpSpPr>
          <a:xfrm rot="-5400000">
            <a:off x="2307264" y="8536372"/>
            <a:ext cx="523220" cy="2465513"/>
            <a:chOff x="0" y="0"/>
            <a:chExt cx="697626" cy="3287350"/>
          </a:xfrm>
        </p:grpSpPr>
        <p:grpSp>
          <p:nvGrpSpPr>
            <p:cNvPr id="114" name="Google Shape;114;p6"/>
            <p:cNvGrpSpPr/>
            <p:nvPr/>
          </p:nvGrpSpPr>
          <p:grpSpPr>
            <a:xfrm>
              <a:off x="0" y="0"/>
              <a:ext cx="697626" cy="697626"/>
              <a:chOff x="0" y="0"/>
              <a:chExt cx="812800" cy="812800"/>
            </a:xfrm>
          </p:grpSpPr>
          <p:sp>
            <p:nvSpPr>
              <p:cNvPr id="115" name="Google Shape;115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Google Shape;116;p6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7" name="Google Shape;117;p6"/>
            <p:cNvGrpSpPr/>
            <p:nvPr/>
          </p:nvGrpSpPr>
          <p:grpSpPr>
            <a:xfrm>
              <a:off x="0" y="1295192"/>
              <a:ext cx="697626" cy="697626"/>
              <a:chOff x="0" y="0"/>
              <a:chExt cx="812800" cy="812800"/>
            </a:xfrm>
          </p:grpSpPr>
          <p:sp>
            <p:nvSpPr>
              <p:cNvPr id="118" name="Google Shape;118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Google Shape;119;p6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" name="Google Shape;120;p6"/>
            <p:cNvGrpSpPr/>
            <p:nvPr/>
          </p:nvGrpSpPr>
          <p:grpSpPr>
            <a:xfrm>
              <a:off x="0" y="2589724"/>
              <a:ext cx="697626" cy="697626"/>
              <a:chOff x="0" y="0"/>
              <a:chExt cx="812800" cy="812800"/>
            </a:xfrm>
          </p:grpSpPr>
          <p:sp>
            <p:nvSpPr>
              <p:cNvPr id="121" name="Google Shape;121;p6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Google Shape;122;p6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23" name="Google Shape;123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516846" y="1410776"/>
            <a:ext cx="583550" cy="888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"/>
          <p:cNvSpPr txBox="1">
            <a:spLocks noGrp="1"/>
          </p:cNvSpPr>
          <p:nvPr>
            <p:ph type="title"/>
          </p:nvPr>
        </p:nvSpPr>
        <p:spPr>
          <a:xfrm>
            <a:off x="1491750" y="1905263"/>
            <a:ext cx="9653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7"/>
          <p:cNvSpPr txBox="1">
            <a:spLocks noGrp="1"/>
          </p:cNvSpPr>
          <p:nvPr>
            <p:ph type="body" idx="1"/>
          </p:nvPr>
        </p:nvSpPr>
        <p:spPr>
          <a:xfrm>
            <a:off x="2565350" y="4732000"/>
            <a:ext cx="52473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7"/>
          <p:cNvSpPr txBox="1">
            <a:spLocks noGrp="1"/>
          </p:cNvSpPr>
          <p:nvPr>
            <p:ph type="body" idx="2"/>
          </p:nvPr>
        </p:nvSpPr>
        <p:spPr>
          <a:xfrm>
            <a:off x="8004317" y="4732000"/>
            <a:ext cx="52494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7"/>
          <p:cNvSpPr txBox="1"/>
          <p:nvPr/>
        </p:nvSpPr>
        <p:spPr>
          <a:xfrm>
            <a:off x="13939729" y="553618"/>
            <a:ext cx="86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129" name="Google Shape;129;p7"/>
          <p:cNvSpPr txBox="1"/>
          <p:nvPr/>
        </p:nvSpPr>
        <p:spPr>
          <a:xfrm>
            <a:off x="16320901" y="553618"/>
            <a:ext cx="97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130" name="Google Shape;130;p7"/>
          <p:cNvSpPr/>
          <p:nvPr/>
        </p:nvSpPr>
        <p:spPr>
          <a:xfrm>
            <a:off x="1028700" y="460736"/>
            <a:ext cx="614836" cy="647816"/>
          </a:xfrm>
          <a:custGeom>
            <a:avLst/>
            <a:gdLst/>
            <a:ahLst/>
            <a:cxnLst/>
            <a:rect l="l" t="t" r="r" b="b"/>
            <a:pathLst>
              <a:path w="614836" h="647816" extrusionOk="0">
                <a:moveTo>
                  <a:pt x="0" y="0"/>
                </a:moveTo>
                <a:lnTo>
                  <a:pt x="614836" y="0"/>
                </a:lnTo>
                <a:lnTo>
                  <a:pt x="614836" y="647816"/>
                </a:lnTo>
                <a:lnTo>
                  <a:pt x="0" y="647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31" name="Google Shape;131;p7"/>
          <p:cNvSpPr txBox="1"/>
          <p:nvPr/>
        </p:nvSpPr>
        <p:spPr>
          <a:xfrm>
            <a:off x="11685804" y="553618"/>
            <a:ext cx="7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132" name="Google Shape;132;p7"/>
          <p:cNvSpPr txBox="1"/>
          <p:nvPr/>
        </p:nvSpPr>
        <p:spPr>
          <a:xfrm>
            <a:off x="9486239" y="553618"/>
            <a:ext cx="62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1869314" y="632245"/>
            <a:ext cx="58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sp>
        <p:nvSpPr>
          <p:cNvPr id="134" name="Google Shape;134;p7"/>
          <p:cNvSpPr/>
          <p:nvPr/>
        </p:nvSpPr>
        <p:spPr>
          <a:xfrm>
            <a:off x="-812129" y="5143500"/>
            <a:ext cx="2682151" cy="5247754"/>
          </a:xfrm>
          <a:custGeom>
            <a:avLst/>
            <a:gdLst/>
            <a:ahLst/>
            <a:cxnLst/>
            <a:rect l="l" t="t" r="r" b="b"/>
            <a:pathLst>
              <a:path w="2988469" h="5847080" extrusionOk="0">
                <a:moveTo>
                  <a:pt x="2988469" y="5847080"/>
                </a:moveTo>
                <a:lnTo>
                  <a:pt x="0" y="5847080"/>
                </a:lnTo>
                <a:lnTo>
                  <a:pt x="0" y="0"/>
                </a:lnTo>
                <a:lnTo>
                  <a:pt x="1343611" y="0"/>
                </a:lnTo>
                <a:cubicBezTo>
                  <a:pt x="2252681" y="0"/>
                  <a:pt x="2988469" y="702310"/>
                  <a:pt x="2988469" y="1567180"/>
                </a:cubicBezTo>
                <a:lnTo>
                  <a:pt x="2988469" y="5847080"/>
                </a:lnTo>
                <a:close/>
              </a:path>
            </a:pathLst>
          </a:custGeom>
          <a:solidFill>
            <a:srgbClr val="05DBFE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5" name="Google Shape;135;p7"/>
          <p:cNvGrpSpPr/>
          <p:nvPr/>
        </p:nvGrpSpPr>
        <p:grpSpPr>
          <a:xfrm rot="-5400000">
            <a:off x="-254983" y="4872477"/>
            <a:ext cx="2465513" cy="523220"/>
            <a:chOff x="0" y="6"/>
            <a:chExt cx="3287350" cy="697626"/>
          </a:xfrm>
        </p:grpSpPr>
        <p:grpSp>
          <p:nvGrpSpPr>
            <p:cNvPr id="136" name="Google Shape;136;p7"/>
            <p:cNvGrpSpPr/>
            <p:nvPr/>
          </p:nvGrpSpPr>
          <p:grpSpPr>
            <a:xfrm rot="-5400000">
              <a:off x="0" y="6"/>
              <a:ext cx="697626" cy="697626"/>
              <a:chOff x="0" y="0"/>
              <a:chExt cx="812800" cy="812800"/>
            </a:xfrm>
          </p:grpSpPr>
          <p:sp>
            <p:nvSpPr>
              <p:cNvPr id="137" name="Google Shape;137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7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9" name="Google Shape;139;p7"/>
            <p:cNvGrpSpPr/>
            <p:nvPr/>
          </p:nvGrpSpPr>
          <p:grpSpPr>
            <a:xfrm rot="-5400000">
              <a:off x="1295192" y="6"/>
              <a:ext cx="697626" cy="697626"/>
              <a:chOff x="0" y="0"/>
              <a:chExt cx="812800" cy="812800"/>
            </a:xfrm>
          </p:grpSpPr>
          <p:sp>
            <p:nvSpPr>
              <p:cNvPr id="140" name="Google Shape;140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7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42" name="Google Shape;142;p7"/>
            <p:cNvGrpSpPr/>
            <p:nvPr/>
          </p:nvGrpSpPr>
          <p:grpSpPr>
            <a:xfrm rot="-5400000">
              <a:off x="2589724" y="6"/>
              <a:ext cx="697626" cy="697626"/>
              <a:chOff x="0" y="0"/>
              <a:chExt cx="812800" cy="812800"/>
            </a:xfrm>
          </p:grpSpPr>
          <p:sp>
            <p:nvSpPr>
              <p:cNvPr id="143" name="Google Shape;143;p7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Google Shape;144;p7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145" name="Google Shape;145;p7"/>
          <p:cNvGrpSpPr/>
          <p:nvPr/>
        </p:nvGrpSpPr>
        <p:grpSpPr>
          <a:xfrm>
            <a:off x="16092305" y="2660726"/>
            <a:ext cx="1390863" cy="1390863"/>
            <a:chOff x="0" y="0"/>
            <a:chExt cx="812800" cy="812800"/>
          </a:xfrm>
        </p:grpSpPr>
        <p:sp>
          <p:nvSpPr>
            <p:cNvPr id="146" name="Google Shape;146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CDAFF">
                <a:alpha val="60000"/>
              </a:srgbClr>
            </a:solidFill>
            <a:ln>
              <a:noFill/>
            </a:ln>
          </p:spPr>
        </p:sp>
        <p:sp>
          <p:nvSpPr>
            <p:cNvPr id="147" name="Google Shape;147;p7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7"/>
          <p:cNvGrpSpPr/>
          <p:nvPr/>
        </p:nvGrpSpPr>
        <p:grpSpPr>
          <a:xfrm>
            <a:off x="16134071" y="3595932"/>
            <a:ext cx="1390863" cy="1390863"/>
            <a:chOff x="0" y="0"/>
            <a:chExt cx="812800" cy="812800"/>
          </a:xfrm>
        </p:grpSpPr>
        <p:sp>
          <p:nvSpPr>
            <p:cNvPr id="149" name="Google Shape;149;p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lnTo>
                    <a:pt x="812800" y="406400"/>
                  </a:lnTo>
                  <a:lnTo>
                    <a:pt x="406400" y="812800"/>
                  </a:lnTo>
                  <a:lnTo>
                    <a:pt x="0" y="406400"/>
                  </a:lnTo>
                  <a:lnTo>
                    <a:pt x="406400" y="0"/>
                  </a:lnTo>
                  <a:close/>
                </a:path>
              </a:pathLst>
            </a:custGeom>
            <a:solidFill>
              <a:srgbClr val="1CDAFF">
                <a:alpha val="60000"/>
              </a:srgbClr>
            </a:solidFill>
            <a:ln>
              <a:noFill/>
            </a:ln>
          </p:spPr>
        </p:sp>
        <p:sp>
          <p:nvSpPr>
            <p:cNvPr id="150" name="Google Shape;150;p7"/>
            <p:cNvSpPr txBox="1"/>
            <p:nvPr/>
          </p:nvSpPr>
          <p:spPr>
            <a:xfrm>
              <a:off x="139700" y="101600"/>
              <a:ext cx="5334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51" name="Google Shape;15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20921" y="7087363"/>
            <a:ext cx="583550" cy="888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"/>
          <p:cNvSpPr txBox="1">
            <a:spLocks noGrp="1"/>
          </p:cNvSpPr>
          <p:nvPr>
            <p:ph type="title"/>
          </p:nvPr>
        </p:nvSpPr>
        <p:spPr>
          <a:xfrm>
            <a:off x="1491750" y="1905263"/>
            <a:ext cx="9653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8"/>
          <p:cNvSpPr txBox="1"/>
          <p:nvPr/>
        </p:nvSpPr>
        <p:spPr>
          <a:xfrm>
            <a:off x="13939729" y="553618"/>
            <a:ext cx="86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155" name="Google Shape;155;p8"/>
          <p:cNvSpPr txBox="1"/>
          <p:nvPr/>
        </p:nvSpPr>
        <p:spPr>
          <a:xfrm>
            <a:off x="16320901" y="553618"/>
            <a:ext cx="97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1028700" y="460736"/>
            <a:ext cx="614836" cy="647816"/>
          </a:xfrm>
          <a:custGeom>
            <a:avLst/>
            <a:gdLst/>
            <a:ahLst/>
            <a:cxnLst/>
            <a:rect l="l" t="t" r="r" b="b"/>
            <a:pathLst>
              <a:path w="614836" h="647816" extrusionOk="0">
                <a:moveTo>
                  <a:pt x="0" y="0"/>
                </a:moveTo>
                <a:lnTo>
                  <a:pt x="614836" y="0"/>
                </a:lnTo>
                <a:lnTo>
                  <a:pt x="614836" y="647816"/>
                </a:lnTo>
                <a:lnTo>
                  <a:pt x="0" y="647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57" name="Google Shape;157;p8"/>
          <p:cNvSpPr txBox="1"/>
          <p:nvPr/>
        </p:nvSpPr>
        <p:spPr>
          <a:xfrm>
            <a:off x="11685804" y="553618"/>
            <a:ext cx="7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158" name="Google Shape;158;p8"/>
          <p:cNvSpPr txBox="1"/>
          <p:nvPr/>
        </p:nvSpPr>
        <p:spPr>
          <a:xfrm>
            <a:off x="9486239" y="553618"/>
            <a:ext cx="62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159" name="Google Shape;159;p8"/>
          <p:cNvSpPr txBox="1"/>
          <p:nvPr/>
        </p:nvSpPr>
        <p:spPr>
          <a:xfrm>
            <a:off x="1869314" y="632245"/>
            <a:ext cx="58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grpSp>
        <p:nvGrpSpPr>
          <p:cNvPr id="160" name="Google Shape;160;p8"/>
          <p:cNvGrpSpPr/>
          <p:nvPr/>
        </p:nvGrpSpPr>
        <p:grpSpPr>
          <a:xfrm>
            <a:off x="11825572" y="2938221"/>
            <a:ext cx="2465513" cy="523220"/>
            <a:chOff x="0" y="6"/>
            <a:chExt cx="3287350" cy="697626"/>
          </a:xfrm>
        </p:grpSpPr>
        <p:grpSp>
          <p:nvGrpSpPr>
            <p:cNvPr id="161" name="Google Shape;161;p8"/>
            <p:cNvGrpSpPr/>
            <p:nvPr/>
          </p:nvGrpSpPr>
          <p:grpSpPr>
            <a:xfrm rot="-5400000">
              <a:off x="0" y="6"/>
              <a:ext cx="697626" cy="697626"/>
              <a:chOff x="0" y="0"/>
              <a:chExt cx="812800" cy="812800"/>
            </a:xfrm>
          </p:grpSpPr>
          <p:sp>
            <p:nvSpPr>
              <p:cNvPr id="162" name="Google Shape;162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8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4" name="Google Shape;164;p8"/>
            <p:cNvGrpSpPr/>
            <p:nvPr/>
          </p:nvGrpSpPr>
          <p:grpSpPr>
            <a:xfrm rot="-5400000">
              <a:off x="1295192" y="6"/>
              <a:ext cx="697626" cy="697626"/>
              <a:chOff x="0" y="0"/>
              <a:chExt cx="812800" cy="812800"/>
            </a:xfrm>
          </p:grpSpPr>
          <p:sp>
            <p:nvSpPr>
              <p:cNvPr id="165" name="Google Shape;165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8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67" name="Google Shape;167;p8"/>
            <p:cNvGrpSpPr/>
            <p:nvPr/>
          </p:nvGrpSpPr>
          <p:grpSpPr>
            <a:xfrm rot="-5400000">
              <a:off x="2589724" y="6"/>
              <a:ext cx="697626" cy="697626"/>
              <a:chOff x="0" y="0"/>
              <a:chExt cx="812800" cy="812800"/>
            </a:xfrm>
          </p:grpSpPr>
          <p:sp>
            <p:nvSpPr>
              <p:cNvPr id="168" name="Google Shape;168;p8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8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70" name="Google Shape;170;p8"/>
          <p:cNvSpPr/>
          <p:nvPr/>
        </p:nvSpPr>
        <p:spPr>
          <a:xfrm rot="-5400000">
            <a:off x="1282801" y="7371872"/>
            <a:ext cx="2682151" cy="5247754"/>
          </a:xfrm>
          <a:custGeom>
            <a:avLst/>
            <a:gdLst/>
            <a:ahLst/>
            <a:cxnLst/>
            <a:rect l="l" t="t" r="r" b="b"/>
            <a:pathLst>
              <a:path w="2988469" h="5847080" extrusionOk="0">
                <a:moveTo>
                  <a:pt x="2988469" y="5847080"/>
                </a:moveTo>
                <a:lnTo>
                  <a:pt x="0" y="5847080"/>
                </a:lnTo>
                <a:lnTo>
                  <a:pt x="0" y="0"/>
                </a:lnTo>
                <a:lnTo>
                  <a:pt x="1343611" y="0"/>
                </a:lnTo>
                <a:cubicBezTo>
                  <a:pt x="2252681" y="0"/>
                  <a:pt x="2988469" y="702310"/>
                  <a:pt x="2988469" y="1567180"/>
                </a:cubicBezTo>
                <a:lnTo>
                  <a:pt x="2988469" y="5847080"/>
                </a:lnTo>
                <a:close/>
              </a:path>
            </a:pathLst>
          </a:custGeom>
          <a:solidFill>
            <a:srgbClr val="05DBFE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1" name="Google Shape;171;p8"/>
          <p:cNvGrpSpPr/>
          <p:nvPr/>
        </p:nvGrpSpPr>
        <p:grpSpPr>
          <a:xfrm>
            <a:off x="16120873" y="7580887"/>
            <a:ext cx="2816680" cy="1074509"/>
            <a:chOff x="0" y="-38100"/>
            <a:chExt cx="999000" cy="381099"/>
          </a:xfrm>
        </p:grpSpPr>
        <p:sp>
          <p:nvSpPr>
            <p:cNvPr id="172" name="Google Shape;172;p8"/>
            <p:cNvSpPr/>
            <p:nvPr/>
          </p:nvSpPr>
          <p:spPr>
            <a:xfrm>
              <a:off x="0" y="0"/>
              <a:ext cx="998901" cy="342999"/>
            </a:xfrm>
            <a:custGeom>
              <a:avLst/>
              <a:gdLst/>
              <a:ahLst/>
              <a:cxnLst/>
              <a:rect l="l" t="t" r="r" b="b"/>
              <a:pathLst>
                <a:path w="998901" h="342999" extrusionOk="0">
                  <a:moveTo>
                    <a:pt x="795701" y="0"/>
                  </a:moveTo>
                  <a:cubicBezTo>
                    <a:pt x="907925" y="0"/>
                    <a:pt x="998901" y="76783"/>
                    <a:pt x="998901" y="171499"/>
                  </a:cubicBezTo>
                  <a:cubicBezTo>
                    <a:pt x="998901" y="266216"/>
                    <a:pt x="907925" y="342999"/>
                    <a:pt x="795701" y="342999"/>
                  </a:cubicBezTo>
                  <a:lnTo>
                    <a:pt x="203200" y="342999"/>
                  </a:lnTo>
                  <a:cubicBezTo>
                    <a:pt x="90976" y="342999"/>
                    <a:pt x="0" y="266216"/>
                    <a:pt x="0" y="171499"/>
                  </a:cubicBezTo>
                  <a:cubicBezTo>
                    <a:pt x="0" y="7678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5EFF">
                <a:alpha val="498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 txBox="1"/>
            <p:nvPr/>
          </p:nvSpPr>
          <p:spPr>
            <a:xfrm>
              <a:off x="0" y="-38100"/>
              <a:ext cx="99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4" name="Google Shape;174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441321" y="7198576"/>
            <a:ext cx="583550" cy="888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321" y="8813451"/>
            <a:ext cx="583550" cy="888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99421" y="9100464"/>
            <a:ext cx="2465500" cy="12037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"/>
          <p:cNvSpPr/>
          <p:nvPr/>
        </p:nvSpPr>
        <p:spPr>
          <a:xfrm rot="10800000">
            <a:off x="15605849" y="-964599"/>
            <a:ext cx="2682151" cy="5247754"/>
          </a:xfrm>
          <a:custGeom>
            <a:avLst/>
            <a:gdLst/>
            <a:ahLst/>
            <a:cxnLst/>
            <a:rect l="l" t="t" r="r" b="b"/>
            <a:pathLst>
              <a:path w="2988469" h="5847080" extrusionOk="0">
                <a:moveTo>
                  <a:pt x="2988469" y="5847080"/>
                </a:moveTo>
                <a:lnTo>
                  <a:pt x="0" y="5847080"/>
                </a:lnTo>
                <a:lnTo>
                  <a:pt x="0" y="0"/>
                </a:lnTo>
                <a:lnTo>
                  <a:pt x="1343611" y="0"/>
                </a:lnTo>
                <a:cubicBezTo>
                  <a:pt x="2252681" y="0"/>
                  <a:pt x="2988469" y="702310"/>
                  <a:pt x="2988469" y="1567180"/>
                </a:cubicBezTo>
                <a:lnTo>
                  <a:pt x="2988469" y="5847080"/>
                </a:lnTo>
                <a:close/>
              </a:path>
            </a:pathLst>
          </a:custGeom>
          <a:solidFill>
            <a:srgbClr val="05DBFE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9" name="Google Shape;179;p9"/>
          <p:cNvGrpSpPr/>
          <p:nvPr/>
        </p:nvGrpSpPr>
        <p:grpSpPr>
          <a:xfrm>
            <a:off x="13201256" y="1515308"/>
            <a:ext cx="3793103" cy="1446995"/>
            <a:chOff x="0" y="-38100"/>
            <a:chExt cx="999000" cy="381099"/>
          </a:xfrm>
        </p:grpSpPr>
        <p:sp>
          <p:nvSpPr>
            <p:cNvPr id="180" name="Google Shape;180;p9"/>
            <p:cNvSpPr/>
            <p:nvPr/>
          </p:nvSpPr>
          <p:spPr>
            <a:xfrm>
              <a:off x="0" y="0"/>
              <a:ext cx="998901" cy="342999"/>
            </a:xfrm>
            <a:custGeom>
              <a:avLst/>
              <a:gdLst/>
              <a:ahLst/>
              <a:cxnLst/>
              <a:rect l="l" t="t" r="r" b="b"/>
              <a:pathLst>
                <a:path w="998901" h="342999" extrusionOk="0">
                  <a:moveTo>
                    <a:pt x="795701" y="0"/>
                  </a:moveTo>
                  <a:cubicBezTo>
                    <a:pt x="907925" y="0"/>
                    <a:pt x="998901" y="76783"/>
                    <a:pt x="998901" y="171499"/>
                  </a:cubicBezTo>
                  <a:cubicBezTo>
                    <a:pt x="998901" y="266216"/>
                    <a:pt x="907925" y="342999"/>
                    <a:pt x="795701" y="342999"/>
                  </a:cubicBezTo>
                  <a:lnTo>
                    <a:pt x="203200" y="342999"/>
                  </a:lnTo>
                  <a:cubicBezTo>
                    <a:pt x="90976" y="342999"/>
                    <a:pt x="0" y="266216"/>
                    <a:pt x="0" y="171499"/>
                  </a:cubicBezTo>
                  <a:cubicBezTo>
                    <a:pt x="0" y="7678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82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9"/>
            <p:cNvSpPr txBox="1"/>
            <p:nvPr/>
          </p:nvSpPr>
          <p:spPr>
            <a:xfrm>
              <a:off x="0" y="-38100"/>
              <a:ext cx="999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9"/>
          <p:cNvGrpSpPr/>
          <p:nvPr/>
        </p:nvGrpSpPr>
        <p:grpSpPr>
          <a:xfrm rot="-5400000">
            <a:off x="14326495" y="427215"/>
            <a:ext cx="523220" cy="2465513"/>
            <a:chOff x="0" y="0"/>
            <a:chExt cx="697626" cy="3287350"/>
          </a:xfrm>
        </p:grpSpPr>
        <p:grpSp>
          <p:nvGrpSpPr>
            <p:cNvPr id="183" name="Google Shape;183;p9"/>
            <p:cNvGrpSpPr/>
            <p:nvPr/>
          </p:nvGrpSpPr>
          <p:grpSpPr>
            <a:xfrm>
              <a:off x="0" y="0"/>
              <a:ext cx="697626" cy="697626"/>
              <a:chOff x="0" y="0"/>
              <a:chExt cx="812800" cy="812800"/>
            </a:xfrm>
          </p:grpSpPr>
          <p:sp>
            <p:nvSpPr>
              <p:cNvPr id="184" name="Google Shape;184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Google Shape;185;p9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6" name="Google Shape;186;p9"/>
            <p:cNvGrpSpPr/>
            <p:nvPr/>
          </p:nvGrpSpPr>
          <p:grpSpPr>
            <a:xfrm>
              <a:off x="0" y="1295192"/>
              <a:ext cx="697626" cy="697626"/>
              <a:chOff x="0" y="0"/>
              <a:chExt cx="812800" cy="812800"/>
            </a:xfrm>
          </p:grpSpPr>
          <p:sp>
            <p:nvSpPr>
              <p:cNvPr id="187" name="Google Shape;187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Google Shape;188;p9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89" name="Google Shape;189;p9"/>
            <p:cNvGrpSpPr/>
            <p:nvPr/>
          </p:nvGrpSpPr>
          <p:grpSpPr>
            <a:xfrm>
              <a:off x="0" y="2589724"/>
              <a:ext cx="697626" cy="697626"/>
              <a:chOff x="0" y="0"/>
              <a:chExt cx="812800" cy="812800"/>
            </a:xfrm>
          </p:grpSpPr>
          <p:sp>
            <p:nvSpPr>
              <p:cNvPr id="190" name="Google Shape;190;p9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Google Shape;191;p9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192" name="Google Shape;192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606551" y="1157651"/>
            <a:ext cx="1143125" cy="2328817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9"/>
          <p:cNvSpPr txBox="1">
            <a:spLocks noGrp="1"/>
          </p:cNvSpPr>
          <p:nvPr>
            <p:ph type="body" idx="1"/>
          </p:nvPr>
        </p:nvSpPr>
        <p:spPr>
          <a:xfrm>
            <a:off x="8630725" y="376710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1pPr>
            <a:lvl2pPr marL="914400" lvl="1" indent="-3810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marL="1828800" lvl="3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/>
            </a:lvl4pPr>
            <a:lvl5pPr marL="2286000" lvl="4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/>
            </a:lvl5pPr>
            <a:lvl6pPr marL="2743200" lvl="5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6pPr>
            <a:lvl7pPr marL="3200400" lvl="6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7pPr>
            <a:lvl8pPr marL="3657600" lvl="7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8pPr>
            <a:lvl9pPr marL="4114800" lvl="8" indent="-381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9pPr>
          </a:lstStyle>
          <a:p>
            <a:endParaRPr/>
          </a:p>
        </p:txBody>
      </p:sp>
      <p:sp>
        <p:nvSpPr>
          <p:cNvPr id="194" name="Google Shape;194;p9"/>
          <p:cNvSpPr txBox="1">
            <a:spLocks noGrp="1"/>
          </p:cNvSpPr>
          <p:nvPr>
            <p:ph type="body" idx="2"/>
          </p:nvPr>
        </p:nvSpPr>
        <p:spPr>
          <a:xfrm>
            <a:off x="3253325" y="4011700"/>
            <a:ext cx="51117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95" name="Google Shape;195;p9"/>
          <p:cNvSpPr txBox="1"/>
          <p:nvPr/>
        </p:nvSpPr>
        <p:spPr>
          <a:xfrm>
            <a:off x="13939729" y="553618"/>
            <a:ext cx="86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196" name="Google Shape;196;p9"/>
          <p:cNvSpPr txBox="1"/>
          <p:nvPr/>
        </p:nvSpPr>
        <p:spPr>
          <a:xfrm>
            <a:off x="16320901" y="553618"/>
            <a:ext cx="97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197" name="Google Shape;197;p9"/>
          <p:cNvSpPr/>
          <p:nvPr/>
        </p:nvSpPr>
        <p:spPr>
          <a:xfrm>
            <a:off x="1028700" y="460736"/>
            <a:ext cx="614836" cy="647816"/>
          </a:xfrm>
          <a:custGeom>
            <a:avLst/>
            <a:gdLst/>
            <a:ahLst/>
            <a:cxnLst/>
            <a:rect l="l" t="t" r="r" b="b"/>
            <a:pathLst>
              <a:path w="614836" h="647816" extrusionOk="0">
                <a:moveTo>
                  <a:pt x="0" y="0"/>
                </a:moveTo>
                <a:lnTo>
                  <a:pt x="614836" y="0"/>
                </a:lnTo>
                <a:lnTo>
                  <a:pt x="614836" y="647816"/>
                </a:lnTo>
                <a:lnTo>
                  <a:pt x="0" y="647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198" name="Google Shape;198;p9"/>
          <p:cNvSpPr txBox="1"/>
          <p:nvPr/>
        </p:nvSpPr>
        <p:spPr>
          <a:xfrm>
            <a:off x="11685804" y="553618"/>
            <a:ext cx="7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199" name="Google Shape;199;p9"/>
          <p:cNvSpPr txBox="1"/>
          <p:nvPr/>
        </p:nvSpPr>
        <p:spPr>
          <a:xfrm>
            <a:off x="9486239" y="553618"/>
            <a:ext cx="62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200" name="Google Shape;200;p9"/>
          <p:cNvSpPr txBox="1"/>
          <p:nvPr/>
        </p:nvSpPr>
        <p:spPr>
          <a:xfrm>
            <a:off x="1869314" y="632245"/>
            <a:ext cx="58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sp>
        <p:nvSpPr>
          <p:cNvPr id="201" name="Google Shape;201;p9"/>
          <p:cNvSpPr txBox="1">
            <a:spLocks noGrp="1"/>
          </p:cNvSpPr>
          <p:nvPr>
            <p:ph type="title"/>
          </p:nvPr>
        </p:nvSpPr>
        <p:spPr>
          <a:xfrm>
            <a:off x="1491750" y="1905263"/>
            <a:ext cx="9653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Archivo Black"/>
              <a:buNone/>
              <a:defRPr sz="70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"/>
          <p:cNvSpPr>
            <a:spLocks noGrp="1"/>
          </p:cNvSpPr>
          <p:nvPr>
            <p:ph type="pic" idx="2"/>
          </p:nvPr>
        </p:nvSpPr>
        <p:spPr>
          <a:xfrm>
            <a:off x="10110848" y="4891700"/>
            <a:ext cx="4570200" cy="34275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10"/>
          <p:cNvSpPr txBox="1">
            <a:spLocks noGrp="1"/>
          </p:cNvSpPr>
          <p:nvPr>
            <p:ph type="body" idx="1"/>
          </p:nvPr>
        </p:nvSpPr>
        <p:spPr>
          <a:xfrm>
            <a:off x="2221713" y="47410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205" name="Google Shape;205;p10"/>
          <p:cNvSpPr txBox="1"/>
          <p:nvPr/>
        </p:nvSpPr>
        <p:spPr>
          <a:xfrm>
            <a:off x="13939729" y="553618"/>
            <a:ext cx="861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SERVICE</a:t>
            </a:r>
            <a:endParaRPr/>
          </a:p>
        </p:txBody>
      </p:sp>
      <p:sp>
        <p:nvSpPr>
          <p:cNvPr id="206" name="Google Shape;206;p10"/>
          <p:cNvSpPr txBox="1"/>
          <p:nvPr/>
        </p:nvSpPr>
        <p:spPr>
          <a:xfrm>
            <a:off x="16320901" y="553618"/>
            <a:ext cx="975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CONTACT</a:t>
            </a:r>
            <a:endParaRPr/>
          </a:p>
        </p:txBody>
      </p:sp>
      <p:sp>
        <p:nvSpPr>
          <p:cNvPr id="207" name="Google Shape;207;p10"/>
          <p:cNvSpPr/>
          <p:nvPr/>
        </p:nvSpPr>
        <p:spPr>
          <a:xfrm>
            <a:off x="1028700" y="460736"/>
            <a:ext cx="614836" cy="647816"/>
          </a:xfrm>
          <a:custGeom>
            <a:avLst/>
            <a:gdLst/>
            <a:ahLst/>
            <a:cxnLst/>
            <a:rect l="l" t="t" r="r" b="b"/>
            <a:pathLst>
              <a:path w="614836" h="647816" extrusionOk="0">
                <a:moveTo>
                  <a:pt x="0" y="0"/>
                </a:moveTo>
                <a:lnTo>
                  <a:pt x="614836" y="0"/>
                </a:lnTo>
                <a:lnTo>
                  <a:pt x="614836" y="647816"/>
                </a:lnTo>
                <a:lnTo>
                  <a:pt x="0" y="64781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</p:sp>
      <p:sp>
        <p:nvSpPr>
          <p:cNvPr id="208" name="Google Shape;208;p10"/>
          <p:cNvSpPr txBox="1"/>
          <p:nvPr/>
        </p:nvSpPr>
        <p:spPr>
          <a:xfrm>
            <a:off x="11685804" y="553618"/>
            <a:ext cx="7203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ABOUT</a:t>
            </a:r>
            <a:endParaRPr/>
          </a:p>
        </p:txBody>
      </p:sp>
      <p:sp>
        <p:nvSpPr>
          <p:cNvPr id="209" name="Google Shape;209;p10"/>
          <p:cNvSpPr txBox="1"/>
          <p:nvPr/>
        </p:nvSpPr>
        <p:spPr>
          <a:xfrm>
            <a:off x="9486239" y="553618"/>
            <a:ext cx="6246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HOME</a:t>
            </a:r>
            <a:endParaRPr/>
          </a:p>
        </p:txBody>
      </p:sp>
      <p:sp>
        <p:nvSpPr>
          <p:cNvPr id="210" name="Google Shape;210;p10"/>
          <p:cNvSpPr txBox="1"/>
          <p:nvPr/>
        </p:nvSpPr>
        <p:spPr>
          <a:xfrm>
            <a:off x="1869314" y="632245"/>
            <a:ext cx="5835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LOGO</a:t>
            </a:r>
            <a:endParaRPr/>
          </a:p>
        </p:txBody>
      </p:sp>
      <p:sp>
        <p:nvSpPr>
          <p:cNvPr id="211" name="Google Shape;211;p10"/>
          <p:cNvSpPr txBox="1">
            <a:spLocks noGrp="1"/>
          </p:cNvSpPr>
          <p:nvPr>
            <p:ph type="title"/>
          </p:nvPr>
        </p:nvSpPr>
        <p:spPr>
          <a:xfrm>
            <a:off x="1491750" y="1905263"/>
            <a:ext cx="9653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Archivo Black"/>
              <a:buNone/>
              <a:defRPr sz="70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2" name="Google Shape;212;p10"/>
          <p:cNvSpPr/>
          <p:nvPr/>
        </p:nvSpPr>
        <p:spPr>
          <a:xfrm rot="5400000">
            <a:off x="172806" y="7026196"/>
            <a:ext cx="2943339" cy="2943339"/>
          </a:xfrm>
          <a:custGeom>
            <a:avLst/>
            <a:gdLst/>
            <a:ahLst/>
            <a:cxnLst/>
            <a:rect l="l" t="t" r="r" b="b"/>
            <a:pathLst>
              <a:path w="6540754" h="6540754" extrusionOk="0">
                <a:moveTo>
                  <a:pt x="6540754" y="0"/>
                </a:moveTo>
                <a:lnTo>
                  <a:pt x="0" y="6540754"/>
                </a:lnTo>
                <a:lnTo>
                  <a:pt x="6540754" y="6540754"/>
                </a:lnTo>
                <a:close/>
              </a:path>
            </a:pathLst>
          </a:custGeom>
          <a:solidFill>
            <a:srgbClr val="082FD6"/>
          </a:solidFill>
          <a:ln>
            <a:noFill/>
          </a:ln>
        </p:spPr>
      </p:sp>
      <p:grpSp>
        <p:nvGrpSpPr>
          <p:cNvPr id="213" name="Google Shape;213;p10"/>
          <p:cNvGrpSpPr/>
          <p:nvPr/>
        </p:nvGrpSpPr>
        <p:grpSpPr>
          <a:xfrm>
            <a:off x="17090268" y="3573069"/>
            <a:ext cx="4492427" cy="2457349"/>
            <a:chOff x="0" y="-38100"/>
            <a:chExt cx="812800" cy="444600"/>
          </a:xfrm>
        </p:grpSpPr>
        <p:sp>
          <p:nvSpPr>
            <p:cNvPr id="214" name="Google Shape;214;p10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 extrusionOk="0">
                  <a:moveTo>
                    <a:pt x="609600" y="0"/>
                  </a:moveTo>
                  <a:cubicBezTo>
                    <a:pt x="721824" y="0"/>
                    <a:pt x="812800" y="90976"/>
                    <a:pt x="812800" y="203200"/>
                  </a:cubicBezTo>
                  <a:cubicBezTo>
                    <a:pt x="812800" y="315424"/>
                    <a:pt x="721824" y="406400"/>
                    <a:pt x="609600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428625" cap="sq" cmpd="sng">
              <a:solidFill>
                <a:srgbClr val="005EB5">
                  <a:alpha val="69800"/>
                </a:srgbClr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Google Shape;215;p10"/>
            <p:cNvSpPr txBox="1"/>
            <p:nvPr/>
          </p:nvSpPr>
          <p:spPr>
            <a:xfrm>
              <a:off x="0" y="-38100"/>
              <a:ext cx="812700" cy="444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6" name="Google Shape;216;p10"/>
          <p:cNvSpPr/>
          <p:nvPr/>
        </p:nvSpPr>
        <p:spPr>
          <a:xfrm>
            <a:off x="15574019" y="7636731"/>
            <a:ext cx="2223856" cy="2223856"/>
          </a:xfrm>
          <a:custGeom>
            <a:avLst/>
            <a:gdLst/>
            <a:ahLst/>
            <a:cxnLst/>
            <a:rect l="l" t="t" r="r" b="b"/>
            <a:pathLst>
              <a:path w="6540754" h="6540754" extrusionOk="0">
                <a:moveTo>
                  <a:pt x="6540754" y="0"/>
                </a:moveTo>
                <a:lnTo>
                  <a:pt x="0" y="6540754"/>
                </a:lnTo>
                <a:lnTo>
                  <a:pt x="6540754" y="6540754"/>
                </a:lnTo>
                <a:close/>
              </a:path>
            </a:pathLst>
          </a:custGeom>
          <a:solidFill>
            <a:srgbClr val="05DBFE">
              <a:alpha val="49800"/>
            </a:srgbClr>
          </a:solidFill>
          <a:ln>
            <a:noFill/>
          </a:ln>
        </p:spPr>
      </p:sp>
      <p:grpSp>
        <p:nvGrpSpPr>
          <p:cNvPr id="217" name="Google Shape;217;p10"/>
          <p:cNvGrpSpPr/>
          <p:nvPr/>
        </p:nvGrpSpPr>
        <p:grpSpPr>
          <a:xfrm>
            <a:off x="14890417" y="8991329"/>
            <a:ext cx="2465513" cy="523220"/>
            <a:chOff x="0" y="6"/>
            <a:chExt cx="3287350" cy="697626"/>
          </a:xfrm>
        </p:grpSpPr>
        <p:grpSp>
          <p:nvGrpSpPr>
            <p:cNvPr id="218" name="Google Shape;218;p10"/>
            <p:cNvGrpSpPr/>
            <p:nvPr/>
          </p:nvGrpSpPr>
          <p:grpSpPr>
            <a:xfrm rot="-5400000">
              <a:off x="0" y="6"/>
              <a:ext cx="697626" cy="697626"/>
              <a:chOff x="0" y="0"/>
              <a:chExt cx="812800" cy="812800"/>
            </a:xfrm>
          </p:grpSpPr>
          <p:sp>
            <p:nvSpPr>
              <p:cNvPr id="219" name="Google Shape;219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0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10"/>
            <p:cNvGrpSpPr/>
            <p:nvPr/>
          </p:nvGrpSpPr>
          <p:grpSpPr>
            <a:xfrm rot="-5400000">
              <a:off x="1295192" y="6"/>
              <a:ext cx="697626" cy="697626"/>
              <a:chOff x="0" y="0"/>
              <a:chExt cx="812800" cy="812800"/>
            </a:xfrm>
          </p:grpSpPr>
          <p:sp>
            <p:nvSpPr>
              <p:cNvPr id="222" name="Google Shape;222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0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4" name="Google Shape;224;p10"/>
            <p:cNvGrpSpPr/>
            <p:nvPr/>
          </p:nvGrpSpPr>
          <p:grpSpPr>
            <a:xfrm rot="-5400000">
              <a:off x="2589724" y="6"/>
              <a:ext cx="697626" cy="697626"/>
              <a:chOff x="0" y="0"/>
              <a:chExt cx="812800" cy="812800"/>
            </a:xfrm>
          </p:grpSpPr>
          <p:sp>
            <p:nvSpPr>
              <p:cNvPr id="225" name="Google Shape;225;p1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Google Shape;226;p10"/>
              <p:cNvSpPr txBox="1"/>
              <p:nvPr/>
            </p:nvSpPr>
            <p:spPr>
              <a:xfrm>
                <a:off x="76200" y="38100"/>
                <a:ext cx="660300" cy="698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pic>
        <p:nvPicPr>
          <p:cNvPr id="227" name="Google Shape;227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31396" y="6722913"/>
            <a:ext cx="583550" cy="8888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4476" y="7109301"/>
            <a:ext cx="2603075" cy="26166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oogle Shape;6;p1"/>
          <p:cNvGrpSpPr/>
          <p:nvPr/>
        </p:nvGrpSpPr>
        <p:grpSpPr>
          <a:xfrm>
            <a:off x="0" y="-144662"/>
            <a:ext cx="18288118" cy="10431728"/>
            <a:chOff x="0" y="-38100"/>
            <a:chExt cx="4816592" cy="2747433"/>
          </a:xfrm>
        </p:grpSpPr>
        <p:sp>
          <p:nvSpPr>
            <p:cNvPr id="7" name="Google Shape;7;p1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07BCF2"/>
                </a:gs>
                <a:gs pos="100000">
                  <a:srgbClr val="011898"/>
                </a:gs>
              </a:gsLst>
              <a:lin ang="2700006" scaled="0"/>
            </a:gradFill>
            <a:ln>
              <a:noFill/>
            </a:ln>
          </p:spPr>
        </p:sp>
        <p:sp>
          <p:nvSpPr>
            <p:cNvPr id="8" name="Google Shape;8;p1"/>
            <p:cNvSpPr txBox="1"/>
            <p:nvPr/>
          </p:nvSpPr>
          <p:spPr>
            <a:xfrm>
              <a:off x="0" y="-38100"/>
              <a:ext cx="48165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" name="Google Shape;9;p1"/>
          <p:cNvSpPr txBox="1">
            <a:spLocks noGrp="1"/>
          </p:cNvSpPr>
          <p:nvPr>
            <p:ph type="title"/>
          </p:nvPr>
        </p:nvSpPr>
        <p:spPr>
          <a:xfrm>
            <a:off x="1491750" y="1905263"/>
            <a:ext cx="96537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0"/>
              <a:buFont typeface="Archivo Black"/>
              <a:buNone/>
              <a:defRPr sz="70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3456200" y="474287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64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1pPr>
            <a:lvl2pPr marL="914400" marR="0" lvl="1" indent="-381000" algn="l" rtl="0">
              <a:spcBef>
                <a:spcPts val="56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Black"/>
              <a:buChar char="–"/>
              <a:defRPr sz="24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3pPr>
            <a:lvl4pPr marL="1828800" marR="0" lvl="3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Black"/>
              <a:buChar char="–"/>
              <a:defRPr sz="24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4pPr>
            <a:lvl5pPr marL="2286000" marR="0" lvl="4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Black"/>
              <a:buChar char="»"/>
              <a:defRPr sz="24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5pPr>
            <a:lvl6pPr marL="2743200" marR="0" lvl="5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6pPr>
            <a:lvl7pPr marL="3200400" marR="0" lvl="6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7pPr>
            <a:lvl8pPr marL="3657600" marR="0" lvl="7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8pPr>
            <a:lvl9pPr marL="4114800" marR="0" lvl="8" indent="-381000" algn="l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chivo Black"/>
              <a:buChar char="•"/>
              <a:defRPr sz="2400" i="0" u="none" strike="noStrike" cap="none">
                <a:solidFill>
                  <a:schemeClr val="lt1"/>
                </a:solidFill>
                <a:latin typeface="Archivo Black"/>
                <a:ea typeface="Archivo Black"/>
                <a:cs typeface="Archivo Black"/>
                <a:sym typeface="Archivo Blac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11" name="Google Shape;1111;p30"/>
          <p:cNvGrpSpPr/>
          <p:nvPr/>
        </p:nvGrpSpPr>
        <p:grpSpPr>
          <a:xfrm>
            <a:off x="0" y="-144662"/>
            <a:ext cx="18288122" cy="10431728"/>
            <a:chOff x="0" y="-38100"/>
            <a:chExt cx="4816593" cy="2747433"/>
          </a:xfrm>
        </p:grpSpPr>
        <p:sp>
          <p:nvSpPr>
            <p:cNvPr id="1112" name="Google Shape;1112;p30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 extrusionOk="0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gradFill>
              <a:gsLst>
                <a:gs pos="0">
                  <a:srgbClr val="07BCF2"/>
                </a:gs>
                <a:gs pos="100000">
                  <a:srgbClr val="011898"/>
                </a:gs>
              </a:gsLst>
              <a:lin ang="2700000" scaled="0"/>
            </a:gradFill>
            <a:ln>
              <a:noFill/>
            </a:ln>
          </p:spPr>
        </p:sp>
        <p:sp>
          <p:nvSpPr>
            <p:cNvPr id="1113" name="Google Shape;1113;p30"/>
            <p:cNvSpPr txBox="1"/>
            <p:nvPr/>
          </p:nvSpPr>
          <p:spPr>
            <a:xfrm>
              <a:off x="0" y="-38100"/>
              <a:ext cx="4816593" cy="274743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15" name="Google Shape;1115;p30"/>
          <p:cNvSpPr txBox="1"/>
          <p:nvPr/>
        </p:nvSpPr>
        <p:spPr>
          <a:xfrm>
            <a:off x="3177816" y="182880"/>
            <a:ext cx="772612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en-US" sz="7200" dirty="0" smtClean="0">
                <a:solidFill>
                  <a:schemeClr val="bg1"/>
                </a:solidFill>
              </a:rPr>
              <a:t>{title}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1116" name="Google Shape;1116;p30"/>
          <p:cNvSpPr txBox="1"/>
          <p:nvPr/>
        </p:nvSpPr>
        <p:spPr>
          <a:xfrm>
            <a:off x="2560319" y="1315064"/>
            <a:ext cx="9022081" cy="8802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30006"/>
              </a:lnSpc>
            </a:pPr>
            <a:r>
              <a:rPr lang="en-US" sz="4400" dirty="0" smtClean="0">
                <a:solidFill>
                  <a:schemeClr val="bg1"/>
                </a:solidFill>
              </a:rPr>
              <a:t>{bullets</a:t>
            </a:r>
            <a:r>
              <a:rPr lang="en-US" sz="4400" dirty="0" smtClean="0">
                <a:solidFill>
                  <a:schemeClr val="bg1"/>
                </a:solidFill>
              </a:rPr>
              <a:t>}</a:t>
            </a:r>
            <a:endParaRPr>
              <a:solidFill>
                <a:schemeClr val="bg1"/>
              </a:solidFill>
            </a:endParaRPr>
          </a:p>
        </p:txBody>
      </p:sp>
      <p:grpSp>
        <p:nvGrpSpPr>
          <p:cNvPr id="1119" name="Google Shape;1119;p30"/>
          <p:cNvGrpSpPr/>
          <p:nvPr/>
        </p:nvGrpSpPr>
        <p:grpSpPr>
          <a:xfrm rot="-5400000">
            <a:off x="151279" y="8274335"/>
            <a:ext cx="1660585" cy="1660585"/>
            <a:chOff x="0" y="0"/>
            <a:chExt cx="812800" cy="812800"/>
          </a:xfrm>
        </p:grpSpPr>
        <p:sp>
          <p:nvSpPr>
            <p:cNvPr id="1120" name="Google Shape;1120;p30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 extrusionOk="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30"/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2" name="Google Shape;1122;p30"/>
          <p:cNvGrpSpPr/>
          <p:nvPr/>
        </p:nvGrpSpPr>
        <p:grpSpPr>
          <a:xfrm rot="-5400000">
            <a:off x="524132" y="8393586"/>
            <a:ext cx="2324614" cy="1409734"/>
            <a:chOff x="0" y="0"/>
            <a:chExt cx="1021345" cy="619383"/>
          </a:xfrm>
        </p:grpSpPr>
        <p:sp>
          <p:nvSpPr>
            <p:cNvPr id="1123" name="Google Shape;1123;p30"/>
            <p:cNvSpPr/>
            <p:nvPr/>
          </p:nvSpPr>
          <p:spPr>
            <a:xfrm>
              <a:off x="0" y="0"/>
              <a:ext cx="1021345" cy="619383"/>
            </a:xfrm>
            <a:custGeom>
              <a:avLst/>
              <a:gdLst/>
              <a:ahLst/>
              <a:cxnLst/>
              <a:rect l="l" t="t" r="r" b="b"/>
              <a:pathLst>
                <a:path w="1021345" h="619383" extrusionOk="0">
                  <a:moveTo>
                    <a:pt x="510673" y="0"/>
                  </a:moveTo>
                  <a:lnTo>
                    <a:pt x="1021345" y="619383"/>
                  </a:lnTo>
                  <a:lnTo>
                    <a:pt x="0" y="619383"/>
                  </a:lnTo>
                  <a:lnTo>
                    <a:pt x="510673" y="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</p:sp>
        <p:sp>
          <p:nvSpPr>
            <p:cNvPr id="1124" name="Google Shape;1124;p30"/>
            <p:cNvSpPr txBox="1"/>
            <p:nvPr/>
          </p:nvSpPr>
          <p:spPr>
            <a:xfrm>
              <a:off x="159585" y="249471"/>
              <a:ext cx="702175" cy="32567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5" name="Google Shape;1125;p30"/>
          <p:cNvGrpSpPr/>
          <p:nvPr/>
        </p:nvGrpSpPr>
        <p:grpSpPr>
          <a:xfrm rot="10800000">
            <a:off x="14495299" y="1613294"/>
            <a:ext cx="6786052" cy="1446984"/>
            <a:chOff x="0" y="-38100"/>
            <a:chExt cx="1787273" cy="381099"/>
          </a:xfrm>
        </p:grpSpPr>
        <p:sp>
          <p:nvSpPr>
            <p:cNvPr id="1126" name="Google Shape;1126;p30"/>
            <p:cNvSpPr/>
            <p:nvPr/>
          </p:nvSpPr>
          <p:spPr>
            <a:xfrm>
              <a:off x="0" y="0"/>
              <a:ext cx="1787273" cy="342999"/>
            </a:xfrm>
            <a:custGeom>
              <a:avLst/>
              <a:gdLst/>
              <a:ahLst/>
              <a:cxnLst/>
              <a:rect l="l" t="t" r="r" b="b"/>
              <a:pathLst>
                <a:path w="1787273" h="342999" extrusionOk="0">
                  <a:moveTo>
                    <a:pt x="1584073" y="0"/>
                  </a:moveTo>
                  <a:cubicBezTo>
                    <a:pt x="1696297" y="0"/>
                    <a:pt x="1787273" y="76783"/>
                    <a:pt x="1787273" y="171499"/>
                  </a:cubicBezTo>
                  <a:cubicBezTo>
                    <a:pt x="1787273" y="266216"/>
                    <a:pt x="1696297" y="342999"/>
                    <a:pt x="1584073" y="342999"/>
                  </a:cubicBezTo>
                  <a:lnTo>
                    <a:pt x="203200" y="342999"/>
                  </a:lnTo>
                  <a:cubicBezTo>
                    <a:pt x="90976" y="342999"/>
                    <a:pt x="0" y="266216"/>
                    <a:pt x="0" y="171499"/>
                  </a:cubicBezTo>
                  <a:cubicBezTo>
                    <a:pt x="0" y="76783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82FD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30"/>
            <p:cNvSpPr txBox="1"/>
            <p:nvPr/>
          </p:nvSpPr>
          <p:spPr>
            <a:xfrm>
              <a:off x="0" y="-38100"/>
              <a:ext cx="1787273" cy="3810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1666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8" name="Google Shape;1128;p30"/>
          <p:cNvGrpSpPr/>
          <p:nvPr/>
        </p:nvGrpSpPr>
        <p:grpSpPr>
          <a:xfrm rot="5400000">
            <a:off x="16639537" y="1682859"/>
            <a:ext cx="523224" cy="2465517"/>
            <a:chOff x="0" y="0"/>
            <a:chExt cx="697632" cy="3287356"/>
          </a:xfrm>
        </p:grpSpPr>
        <p:grpSp>
          <p:nvGrpSpPr>
            <p:cNvPr id="1129" name="Google Shape;1129;p30"/>
            <p:cNvGrpSpPr/>
            <p:nvPr/>
          </p:nvGrpSpPr>
          <p:grpSpPr>
            <a:xfrm>
              <a:off x="0" y="0"/>
              <a:ext cx="697632" cy="697632"/>
              <a:chOff x="0" y="0"/>
              <a:chExt cx="812800" cy="812800"/>
            </a:xfrm>
          </p:grpSpPr>
          <p:sp>
            <p:nvSpPr>
              <p:cNvPr id="1130" name="Google Shape;1130;p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Google Shape;1131;p3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2" name="Google Shape;1132;p30"/>
            <p:cNvGrpSpPr/>
            <p:nvPr/>
          </p:nvGrpSpPr>
          <p:grpSpPr>
            <a:xfrm>
              <a:off x="0" y="1295192"/>
              <a:ext cx="697632" cy="697632"/>
              <a:chOff x="0" y="0"/>
              <a:chExt cx="812800" cy="812800"/>
            </a:xfrm>
          </p:grpSpPr>
          <p:sp>
            <p:nvSpPr>
              <p:cNvPr id="1133" name="Google Shape;1133;p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Google Shape;1134;p3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5" name="Google Shape;1135;p30"/>
            <p:cNvGrpSpPr/>
            <p:nvPr/>
          </p:nvGrpSpPr>
          <p:grpSpPr>
            <a:xfrm>
              <a:off x="0" y="2589724"/>
              <a:ext cx="697632" cy="697632"/>
              <a:chOff x="0" y="0"/>
              <a:chExt cx="812800" cy="812800"/>
            </a:xfrm>
          </p:grpSpPr>
          <p:sp>
            <p:nvSpPr>
              <p:cNvPr id="1136" name="Google Shape;1136;p30"/>
              <p:cNvSpPr/>
              <p:nvPr/>
            </p:nvSpPr>
            <p:spPr>
              <a:xfrm>
                <a:off x="0" y="0"/>
                <a:ext cx="812800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12800" h="812800" extrusionOk="0">
                    <a:moveTo>
                      <a:pt x="406400" y="0"/>
                    </a:moveTo>
                    <a:cubicBezTo>
                      <a:pt x="181951" y="0"/>
                      <a:pt x="0" y="181951"/>
                      <a:pt x="0" y="406400"/>
                    </a:cubicBezTo>
                    <a:cubicBezTo>
                      <a:pt x="0" y="630849"/>
                      <a:pt x="181951" y="812800"/>
                      <a:pt x="406400" y="812800"/>
                    </a:cubicBezTo>
                    <a:cubicBezTo>
                      <a:pt x="630849" y="812800"/>
                      <a:pt x="812800" y="630849"/>
                      <a:pt x="812800" y="406400"/>
                    </a:cubicBezTo>
                    <a:cubicBezTo>
                      <a:pt x="812800" y="181951"/>
                      <a:pt x="630849" y="0"/>
                      <a:pt x="406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19050" cap="sq" cmpd="sng">
                <a:solidFill>
                  <a:srgbClr val="FFFFFF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30"/>
              <p:cNvSpPr txBox="1"/>
              <p:nvPr/>
            </p:nvSpPr>
            <p:spPr>
              <a:xfrm>
                <a:off x="76200" y="38100"/>
                <a:ext cx="660400" cy="698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50800" tIns="50800" rIns="50800" bIns="50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6666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i="0" u="none" strike="noStrike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38" name="Google Shape;1138;p30"/>
          <p:cNvSpPr/>
          <p:nvPr/>
        </p:nvSpPr>
        <p:spPr>
          <a:xfrm rot="-5400000">
            <a:off x="913235" y="7497208"/>
            <a:ext cx="2231407" cy="2231407"/>
          </a:xfrm>
          <a:custGeom>
            <a:avLst/>
            <a:gdLst/>
            <a:ahLst/>
            <a:cxnLst/>
            <a:rect l="l" t="t" r="r" b="b"/>
            <a:pathLst>
              <a:path w="6540754" h="6540754" extrusionOk="0">
                <a:moveTo>
                  <a:pt x="6540754" y="0"/>
                </a:moveTo>
                <a:lnTo>
                  <a:pt x="0" y="6540754"/>
                </a:lnTo>
                <a:lnTo>
                  <a:pt x="6540754" y="6540754"/>
                </a:lnTo>
                <a:close/>
              </a:path>
            </a:pathLst>
          </a:custGeom>
          <a:solidFill>
            <a:srgbClr val="004AE9"/>
          </a:solidFill>
          <a:ln>
            <a:noFill/>
          </a:ln>
        </p:spPr>
      </p:sp>
      <p:pic>
        <p:nvPicPr>
          <p:cNvPr id="1139" name="Google Shape;113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683753" y="969403"/>
            <a:ext cx="1143125" cy="2341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rrective Action Plan Slides">
  <a:themeElements>
    <a:clrScheme name="Office">
      <a:dk1>
        <a:srgbClr val="000000"/>
      </a:dk1>
      <a:lt1>
        <a:srgbClr val="FFFFFF"/>
      </a:lt1>
      <a:dk2>
        <a:srgbClr val="0000DC"/>
      </a:dk2>
      <a:lt2>
        <a:srgbClr val="6666EA"/>
      </a:lt2>
      <a:accent1>
        <a:srgbClr val="082FD6"/>
      </a:accent1>
      <a:accent2>
        <a:srgbClr val="0143F9"/>
      </a:accent2>
      <a:accent3>
        <a:srgbClr val="678EFB"/>
      </a:accent3>
      <a:accent4>
        <a:srgbClr val="004AE9"/>
      </a:accent4>
      <a:accent5>
        <a:srgbClr val="005EB5"/>
      </a:accent5>
      <a:accent6>
        <a:srgbClr val="4D8FCB"/>
      </a:accent6>
      <a:hlink>
        <a:srgbClr val="12BD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PresentationFormat>Custom</PresentationFormat>
  <Paragraphs>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Archivo Black</vt:lpstr>
      <vt:lpstr>Montserrat</vt:lpstr>
      <vt:lpstr>Corrective Action Plan Slides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PMYLS</dc:creator>
  <cp:lastModifiedBy>PMLS</cp:lastModifiedBy>
  <cp:revision>1</cp:revision>
  <dcterms:modified xsi:type="dcterms:W3CDTF">2026-09-09T05:57:34Z</dcterms:modified>
</cp:coreProperties>
</file>