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77" r:id="rId2"/>
  </p:sldIdLst>
  <p:sldSz cx="18288000" cy="10287000"/>
  <p:notesSz cx="6858000" cy="9144000"/>
  <p:embeddedFontLst>
    <p:embeddedFont>
      <p:font typeface="Calibri" pitchFamily="34" charset="0"/>
      <p:regular r:id="rId4"/>
      <p:bold r:id="rId5"/>
      <p:italic r:id="rId6"/>
      <p:boldItalic r:id="rId7"/>
    </p:embeddedFont>
    <p:embeddedFont>
      <p:font typeface="Hammersmith One" charset="0"/>
      <p:regular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C3D7D1E1-71C0-4E88-A3CD-1770F46605E2}">
  <a:tblStyle styleId="{C3D7D1E1-71C0-4E88-A3CD-1770F46605E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>
        <p:scale>
          <a:sx n="39" d="100"/>
          <a:sy n="39" d="100"/>
        </p:scale>
        <p:origin x="-932" y="-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heme" Target="theme/theme1.xml"/><Relationship Id="rId5" Type="http://schemas.openxmlformats.org/officeDocument/2006/relationships/font" Target="fonts/font2.fntdata"/><Relationship Id="rId10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7D8"/>
        </a:solidFill>
        <a:effectLst/>
      </p:bgPr>
    </p:bg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4"/>
          <p:cNvSpPr/>
          <p:nvPr/>
        </p:nvSpPr>
        <p:spPr>
          <a:xfrm rot="-5400000">
            <a:off x="8561286" y="-554508"/>
            <a:ext cx="11294409" cy="12339132"/>
          </a:xfrm>
          <a:custGeom>
            <a:avLst/>
            <a:gdLst/>
            <a:ahLst/>
            <a:cxnLst/>
            <a:rect l="l" t="t" r="r" b="b"/>
            <a:pathLst>
              <a:path w="11294409" h="11294409" extrusionOk="0">
                <a:moveTo>
                  <a:pt x="0" y="0"/>
                </a:moveTo>
                <a:lnTo>
                  <a:pt x="11294409" y="0"/>
                </a:lnTo>
                <a:lnTo>
                  <a:pt x="11294409" y="11294409"/>
                </a:lnTo>
                <a:lnTo>
                  <a:pt x="0" y="112944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28" name="Google Shape;428;p34"/>
          <p:cNvSpPr/>
          <p:nvPr/>
        </p:nvSpPr>
        <p:spPr>
          <a:xfrm rot="5400000">
            <a:off x="-2930816" y="-530328"/>
            <a:ext cx="11294409" cy="12290779"/>
          </a:xfrm>
          <a:custGeom>
            <a:avLst/>
            <a:gdLst/>
            <a:ahLst/>
            <a:cxnLst/>
            <a:rect l="l" t="t" r="r" b="b"/>
            <a:pathLst>
              <a:path w="11294409" h="11294409" extrusionOk="0">
                <a:moveTo>
                  <a:pt x="11294409" y="11294409"/>
                </a:moveTo>
                <a:lnTo>
                  <a:pt x="0" y="11294409"/>
                </a:lnTo>
                <a:lnTo>
                  <a:pt x="0" y="0"/>
                </a:lnTo>
                <a:lnTo>
                  <a:pt x="11294409" y="0"/>
                </a:lnTo>
                <a:lnTo>
                  <a:pt x="11294409" y="1129440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430" name="Google Shape;430;p34"/>
          <p:cNvGrpSpPr/>
          <p:nvPr/>
        </p:nvGrpSpPr>
        <p:grpSpPr>
          <a:xfrm>
            <a:off x="14630402" y="6545577"/>
            <a:ext cx="4693973" cy="4725652"/>
            <a:chOff x="-69857" y="-78034"/>
            <a:chExt cx="809173" cy="814634"/>
          </a:xfrm>
        </p:grpSpPr>
        <p:sp>
          <p:nvSpPr>
            <p:cNvPr id="431" name="Google Shape;431;p34"/>
            <p:cNvSpPr/>
            <p:nvPr/>
          </p:nvSpPr>
          <p:spPr>
            <a:xfrm>
              <a:off x="-69857" y="-78034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4B3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3" name="Google Shape;433;p34"/>
          <p:cNvSpPr/>
          <p:nvPr/>
        </p:nvSpPr>
        <p:spPr>
          <a:xfrm rot="7010750">
            <a:off x="13284953" y="6175877"/>
            <a:ext cx="8448498" cy="5632332"/>
          </a:xfrm>
          <a:custGeom>
            <a:avLst/>
            <a:gdLst/>
            <a:ahLst/>
            <a:cxnLst/>
            <a:rect l="l" t="t" r="r" b="b"/>
            <a:pathLst>
              <a:path w="8448498" h="5632332" extrusionOk="0">
                <a:moveTo>
                  <a:pt x="0" y="0"/>
                </a:moveTo>
                <a:lnTo>
                  <a:pt x="8448498" y="0"/>
                </a:lnTo>
                <a:lnTo>
                  <a:pt x="8448498" y="5632332"/>
                </a:lnTo>
                <a:lnTo>
                  <a:pt x="0" y="56323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38" name="Google Shape;438;p34"/>
          <p:cNvSpPr txBox="1"/>
          <p:nvPr/>
        </p:nvSpPr>
        <p:spPr>
          <a:xfrm>
            <a:off x="4382865" y="228600"/>
            <a:ext cx="7726128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9600" dirty="0" smtClean="0"/>
              <a:t>{title}</a:t>
            </a:r>
            <a:endParaRPr lang="en-US" sz="9600" dirty="0"/>
          </a:p>
        </p:txBody>
      </p:sp>
      <p:sp>
        <p:nvSpPr>
          <p:cNvPr id="439" name="Google Shape;439;p34"/>
          <p:cNvSpPr txBox="1"/>
          <p:nvPr/>
        </p:nvSpPr>
        <p:spPr>
          <a:xfrm>
            <a:off x="3801770" y="1778300"/>
            <a:ext cx="9084258" cy="1080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en-US" sz="5400" dirty="0" smtClean="0">
                <a:solidFill>
                  <a:schemeClr val="tx1"/>
                </a:solidFill>
              </a:rPr>
              <a:t>{</a:t>
            </a:r>
            <a:r>
              <a:rPr lang="en-US" sz="5400" dirty="0" smtClean="0">
                <a:solidFill>
                  <a:schemeClr val="tx1"/>
                </a:solidFill>
              </a:rPr>
              <a:t>bullets}</a:t>
            </a:r>
            <a:endParaRPr sz="5400">
              <a:solidFill>
                <a:schemeClr val="tx1"/>
              </a:solidFill>
            </a:endParaRPr>
          </a:p>
        </p:txBody>
      </p:sp>
      <p:sp>
        <p:nvSpPr>
          <p:cNvPr id="441" name="Google Shape;441;p34"/>
          <p:cNvSpPr txBox="1"/>
          <p:nvPr/>
        </p:nvSpPr>
        <p:spPr>
          <a:xfrm>
            <a:off x="5576014" y="8681612"/>
            <a:ext cx="7431050" cy="900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 dirty="0" smtClean="0">
                <a:solidFill>
                  <a:srgbClr val="40C0D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</a:t>
            </a:r>
            <a:endParaRPr/>
          </a:p>
        </p:txBody>
      </p:sp>
      <p:sp>
        <p:nvSpPr>
          <p:cNvPr id="19" name="Google Shape;431;p34"/>
          <p:cNvSpPr/>
          <p:nvPr/>
        </p:nvSpPr>
        <p:spPr>
          <a:xfrm>
            <a:off x="-2477613" y="0"/>
            <a:ext cx="4693973" cy="4715013"/>
          </a:xfrm>
          <a:custGeom>
            <a:avLst/>
            <a:gdLst/>
            <a:ahLst/>
            <a:cxnLst/>
            <a:rect l="l" t="t" r="r" b="b"/>
            <a:pathLst>
              <a:path w="809173" h="812800" extrusionOk="0">
                <a:moveTo>
                  <a:pt x="404587" y="0"/>
                </a:moveTo>
                <a:cubicBezTo>
                  <a:pt x="628326" y="1001"/>
                  <a:pt x="809174" y="182659"/>
                  <a:pt x="809174" y="406400"/>
                </a:cubicBezTo>
                <a:cubicBezTo>
                  <a:pt x="809174" y="630141"/>
                  <a:pt x="628326" y="811799"/>
                  <a:pt x="404587" y="812800"/>
                </a:cubicBezTo>
                <a:cubicBezTo>
                  <a:pt x="180848" y="811799"/>
                  <a:pt x="0" y="630141"/>
                  <a:pt x="0" y="406400"/>
                </a:cubicBezTo>
                <a:cubicBezTo>
                  <a:pt x="0" y="182659"/>
                  <a:pt x="180848" y="1001"/>
                  <a:pt x="404587" y="0"/>
                </a:cubicBezTo>
                <a:close/>
              </a:path>
            </a:pathLst>
          </a:custGeom>
          <a:solidFill>
            <a:srgbClr val="F4B3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433;p34"/>
          <p:cNvSpPr/>
          <p:nvPr/>
        </p:nvSpPr>
        <p:spPr>
          <a:xfrm rot="18429393">
            <a:off x="-5083403" y="-624391"/>
            <a:ext cx="8448498" cy="5632332"/>
          </a:xfrm>
          <a:custGeom>
            <a:avLst/>
            <a:gdLst/>
            <a:ahLst/>
            <a:cxnLst/>
            <a:rect l="l" t="t" r="r" b="b"/>
            <a:pathLst>
              <a:path w="8448498" h="5632332" extrusionOk="0">
                <a:moveTo>
                  <a:pt x="0" y="0"/>
                </a:moveTo>
                <a:lnTo>
                  <a:pt x="8448498" y="0"/>
                </a:lnTo>
                <a:lnTo>
                  <a:pt x="8448498" y="5632332"/>
                </a:lnTo>
                <a:lnTo>
                  <a:pt x="0" y="56323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7</Words>
  <PresentationFormat>Custom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Hammersmith One</vt:lpstr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PMYLS</dc:creator>
  <cp:lastModifiedBy>PMLS</cp:lastModifiedBy>
  <cp:revision>4</cp:revision>
  <dcterms:modified xsi:type="dcterms:W3CDTF">2026-09-09T05:19:05Z</dcterms:modified>
</cp:coreProperties>
</file>