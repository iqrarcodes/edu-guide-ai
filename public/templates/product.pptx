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3"/>
  </p:notesMasterIdLst>
  <p:sldIdLst>
    <p:sldId id="267" r:id="rId2"/>
  </p:sldIdLst>
  <p:sldSz cx="18288000" cy="10287000"/>
  <p:notesSz cx="6858000" cy="9144000"/>
  <p:embeddedFontLst>
    <p:embeddedFont>
      <p:font typeface="Calibri" pitchFamily="34" charset="0"/>
      <p:regular r:id="rId4"/>
      <p:bold r:id="rId5"/>
      <p:italic r:id="rId6"/>
      <p:boldItalic r:id="rId7"/>
    </p:embeddedFont>
    <p:embeddedFont>
      <p:font typeface="Archivo Black" charset="0"/>
      <p:regular r:id="rId8"/>
    </p:embeddedFont>
    <p:embeddedFont>
      <p:font typeface="Montserrat" charset="0"/>
      <p:regular r:id="rId9"/>
      <p:bold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-696" y="-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"/>
          <p:cNvGrpSpPr/>
          <p:nvPr/>
        </p:nvGrpSpPr>
        <p:grpSpPr>
          <a:xfrm rot="10800000">
            <a:off x="-87199" y="-77172"/>
            <a:ext cx="18462047" cy="10585936"/>
            <a:chOff x="0" y="-38100"/>
            <a:chExt cx="4862400" cy="2788047"/>
          </a:xfrm>
        </p:grpSpPr>
        <p:sp>
          <p:nvSpPr>
            <p:cNvPr id="11" name="Google Shape;11;p3"/>
            <p:cNvSpPr/>
            <p:nvPr/>
          </p:nvSpPr>
          <p:spPr>
            <a:xfrm>
              <a:off x="0" y="0"/>
              <a:ext cx="4862339" cy="2749947"/>
            </a:xfrm>
            <a:custGeom>
              <a:avLst/>
              <a:gdLst/>
              <a:ahLst/>
              <a:cxnLst/>
              <a:rect l="l" t="t" r="r" b="b"/>
              <a:pathLst>
                <a:path w="4862339" h="2749947" extrusionOk="0">
                  <a:moveTo>
                    <a:pt x="0" y="0"/>
                  </a:moveTo>
                  <a:lnTo>
                    <a:pt x="4862339" y="0"/>
                  </a:lnTo>
                  <a:lnTo>
                    <a:pt x="4862339" y="2749947"/>
                  </a:lnTo>
                  <a:lnTo>
                    <a:pt x="0" y="2749947"/>
                  </a:lnTo>
                  <a:close/>
                </a:path>
              </a:pathLst>
            </a:custGeom>
            <a:gradFill>
              <a:gsLst>
                <a:gs pos="0">
                  <a:srgbClr val="FFDE59"/>
                </a:gs>
                <a:gs pos="100000">
                  <a:srgbClr val="FF914D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2" name="Google Shape;12;p3"/>
            <p:cNvSpPr txBox="1"/>
            <p:nvPr/>
          </p:nvSpPr>
          <p:spPr>
            <a:xfrm>
              <a:off x="0" y="-38100"/>
              <a:ext cx="4862400" cy="278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371600" y="4343400"/>
            <a:ext cx="86025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1179313" y="434948"/>
            <a:ext cx="739893" cy="542140"/>
          </a:xfrm>
          <a:custGeom>
            <a:avLst/>
            <a:gdLst/>
            <a:ahLst/>
            <a:cxnLst/>
            <a:rect l="l" t="t" r="r" b="b"/>
            <a:pathLst>
              <a:path w="739893" h="542140" extrusionOk="0">
                <a:moveTo>
                  <a:pt x="0" y="0"/>
                </a:moveTo>
                <a:lnTo>
                  <a:pt x="739893" y="0"/>
                </a:lnTo>
                <a:lnTo>
                  <a:pt x="739893" y="542140"/>
                </a:lnTo>
                <a:lnTo>
                  <a:pt x="0" y="542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" name="Google Shape;15;p3"/>
          <p:cNvSpPr txBox="1"/>
          <p:nvPr/>
        </p:nvSpPr>
        <p:spPr>
          <a:xfrm>
            <a:off x="13939729" y="553618"/>
            <a:ext cx="86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16" name="Google Shape;16;p3"/>
          <p:cNvSpPr txBox="1"/>
          <p:nvPr/>
        </p:nvSpPr>
        <p:spPr>
          <a:xfrm>
            <a:off x="16320901" y="553618"/>
            <a:ext cx="97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11685804" y="553618"/>
            <a:ext cx="72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9486239" y="553618"/>
            <a:ext cx="62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16652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2123060" y="553618"/>
            <a:ext cx="583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906225" y="1941525"/>
            <a:ext cx="11421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rchivo Black"/>
              <a:buNone/>
              <a:defRPr sz="70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8813" y="-364250"/>
            <a:ext cx="2527357" cy="109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36275" y="3681050"/>
            <a:ext cx="1190800" cy="272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4"/>
          <p:cNvGrpSpPr/>
          <p:nvPr/>
        </p:nvGrpSpPr>
        <p:grpSpPr>
          <a:xfrm rot="10800000">
            <a:off x="-87199" y="-77172"/>
            <a:ext cx="18462047" cy="10585936"/>
            <a:chOff x="0" y="-38100"/>
            <a:chExt cx="4862400" cy="2788047"/>
          </a:xfrm>
        </p:grpSpPr>
        <p:sp>
          <p:nvSpPr>
            <p:cNvPr id="25" name="Google Shape;25;p4"/>
            <p:cNvSpPr/>
            <p:nvPr/>
          </p:nvSpPr>
          <p:spPr>
            <a:xfrm>
              <a:off x="0" y="0"/>
              <a:ext cx="4862339" cy="2749947"/>
            </a:xfrm>
            <a:custGeom>
              <a:avLst/>
              <a:gdLst/>
              <a:ahLst/>
              <a:cxnLst/>
              <a:rect l="l" t="t" r="r" b="b"/>
              <a:pathLst>
                <a:path w="4862339" h="2749947" extrusionOk="0">
                  <a:moveTo>
                    <a:pt x="0" y="0"/>
                  </a:moveTo>
                  <a:lnTo>
                    <a:pt x="4862339" y="0"/>
                  </a:lnTo>
                  <a:lnTo>
                    <a:pt x="4862339" y="2749947"/>
                  </a:lnTo>
                  <a:lnTo>
                    <a:pt x="0" y="2749947"/>
                  </a:lnTo>
                  <a:close/>
                </a:path>
              </a:pathLst>
            </a:custGeom>
            <a:gradFill>
              <a:gsLst>
                <a:gs pos="0">
                  <a:srgbClr val="FFDE59"/>
                </a:gs>
                <a:gs pos="100000">
                  <a:srgbClr val="FF914D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6" name="Google Shape;26;p4"/>
            <p:cNvSpPr txBox="1"/>
            <p:nvPr/>
          </p:nvSpPr>
          <p:spPr>
            <a:xfrm>
              <a:off x="0" y="-38100"/>
              <a:ext cx="4862400" cy="278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906225" y="1941525"/>
            <a:ext cx="11421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4856850" y="45471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1179313" y="434948"/>
            <a:ext cx="739893" cy="542140"/>
          </a:xfrm>
          <a:custGeom>
            <a:avLst/>
            <a:gdLst/>
            <a:ahLst/>
            <a:cxnLst/>
            <a:rect l="l" t="t" r="r" b="b"/>
            <a:pathLst>
              <a:path w="739893" h="542140" extrusionOk="0">
                <a:moveTo>
                  <a:pt x="0" y="0"/>
                </a:moveTo>
                <a:lnTo>
                  <a:pt x="739893" y="0"/>
                </a:lnTo>
                <a:lnTo>
                  <a:pt x="739893" y="542140"/>
                </a:lnTo>
                <a:lnTo>
                  <a:pt x="0" y="542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0" name="Google Shape;30;p4"/>
          <p:cNvSpPr txBox="1"/>
          <p:nvPr/>
        </p:nvSpPr>
        <p:spPr>
          <a:xfrm>
            <a:off x="13939729" y="553618"/>
            <a:ext cx="86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31" name="Google Shape;31;p4"/>
          <p:cNvSpPr txBox="1"/>
          <p:nvPr/>
        </p:nvSpPr>
        <p:spPr>
          <a:xfrm>
            <a:off x="16320901" y="553618"/>
            <a:ext cx="97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32" name="Google Shape;32;p4"/>
          <p:cNvSpPr txBox="1"/>
          <p:nvPr/>
        </p:nvSpPr>
        <p:spPr>
          <a:xfrm>
            <a:off x="11685804" y="553618"/>
            <a:ext cx="72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9486239" y="553618"/>
            <a:ext cx="62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16652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34" name="Google Shape;34;p4"/>
          <p:cNvSpPr txBox="1"/>
          <p:nvPr/>
        </p:nvSpPr>
        <p:spPr>
          <a:xfrm>
            <a:off x="2123060" y="553618"/>
            <a:ext cx="583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  <p:pic>
        <p:nvPicPr>
          <p:cNvPr id="35" name="Google Shape;3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8813" y="-364250"/>
            <a:ext cx="2527357" cy="109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30275" y="9258300"/>
            <a:ext cx="2527357" cy="109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 rot="10800000">
            <a:off x="-87199" y="-77172"/>
            <a:ext cx="18462047" cy="10585936"/>
            <a:chOff x="0" y="-38100"/>
            <a:chExt cx="4862400" cy="2788047"/>
          </a:xfrm>
        </p:grpSpPr>
        <p:sp>
          <p:nvSpPr>
            <p:cNvPr id="39" name="Google Shape;39;p5"/>
            <p:cNvSpPr/>
            <p:nvPr/>
          </p:nvSpPr>
          <p:spPr>
            <a:xfrm>
              <a:off x="0" y="0"/>
              <a:ext cx="4862339" cy="2749947"/>
            </a:xfrm>
            <a:custGeom>
              <a:avLst/>
              <a:gdLst/>
              <a:ahLst/>
              <a:cxnLst/>
              <a:rect l="l" t="t" r="r" b="b"/>
              <a:pathLst>
                <a:path w="4862339" h="2749947" extrusionOk="0">
                  <a:moveTo>
                    <a:pt x="0" y="0"/>
                  </a:moveTo>
                  <a:lnTo>
                    <a:pt x="4862339" y="0"/>
                  </a:lnTo>
                  <a:lnTo>
                    <a:pt x="4862339" y="2749947"/>
                  </a:lnTo>
                  <a:lnTo>
                    <a:pt x="0" y="2749947"/>
                  </a:lnTo>
                  <a:close/>
                </a:path>
              </a:pathLst>
            </a:custGeom>
            <a:gradFill>
              <a:gsLst>
                <a:gs pos="0">
                  <a:srgbClr val="FFDE59"/>
                </a:gs>
                <a:gs pos="100000">
                  <a:srgbClr val="FF914D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40" name="Google Shape;40;p5"/>
            <p:cNvSpPr txBox="1"/>
            <p:nvPr/>
          </p:nvSpPr>
          <p:spPr>
            <a:xfrm>
              <a:off x="0" y="-38100"/>
              <a:ext cx="4862400" cy="278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2706538" y="6383338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4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1179313" y="434948"/>
            <a:ext cx="739893" cy="542140"/>
          </a:xfrm>
          <a:custGeom>
            <a:avLst/>
            <a:gdLst/>
            <a:ahLst/>
            <a:cxnLst/>
            <a:rect l="l" t="t" r="r" b="b"/>
            <a:pathLst>
              <a:path w="739893" h="542140" extrusionOk="0">
                <a:moveTo>
                  <a:pt x="0" y="0"/>
                </a:moveTo>
                <a:lnTo>
                  <a:pt x="739893" y="0"/>
                </a:lnTo>
                <a:lnTo>
                  <a:pt x="739893" y="542140"/>
                </a:lnTo>
                <a:lnTo>
                  <a:pt x="0" y="542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3" name="Google Shape;43;p5"/>
          <p:cNvSpPr txBox="1"/>
          <p:nvPr/>
        </p:nvSpPr>
        <p:spPr>
          <a:xfrm>
            <a:off x="13939729" y="553618"/>
            <a:ext cx="86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44" name="Google Shape;44;p5"/>
          <p:cNvSpPr txBox="1"/>
          <p:nvPr/>
        </p:nvSpPr>
        <p:spPr>
          <a:xfrm>
            <a:off x="16320901" y="553618"/>
            <a:ext cx="97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45" name="Google Shape;45;p5"/>
          <p:cNvSpPr txBox="1"/>
          <p:nvPr/>
        </p:nvSpPr>
        <p:spPr>
          <a:xfrm>
            <a:off x="11685804" y="553618"/>
            <a:ext cx="72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46" name="Google Shape;46;p5"/>
          <p:cNvSpPr txBox="1"/>
          <p:nvPr/>
        </p:nvSpPr>
        <p:spPr>
          <a:xfrm>
            <a:off x="9486239" y="553618"/>
            <a:ext cx="62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16652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47" name="Google Shape;47;p5"/>
          <p:cNvSpPr txBox="1"/>
          <p:nvPr/>
        </p:nvSpPr>
        <p:spPr>
          <a:xfrm>
            <a:off x="2123060" y="553618"/>
            <a:ext cx="583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title"/>
          </p:nvPr>
        </p:nvSpPr>
        <p:spPr>
          <a:xfrm>
            <a:off x="906225" y="1941525"/>
            <a:ext cx="11421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rchivo Black"/>
              <a:buNone/>
              <a:defRPr sz="70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49" name="Google Shape;4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8813" y="-364250"/>
            <a:ext cx="2527357" cy="109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67650" y="4611675"/>
            <a:ext cx="1190800" cy="272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6"/>
          <p:cNvGrpSpPr/>
          <p:nvPr/>
        </p:nvGrpSpPr>
        <p:grpSpPr>
          <a:xfrm rot="10800000">
            <a:off x="-87199" y="-77172"/>
            <a:ext cx="18462047" cy="10585936"/>
            <a:chOff x="0" y="-38100"/>
            <a:chExt cx="4862400" cy="2788047"/>
          </a:xfrm>
        </p:grpSpPr>
        <p:sp>
          <p:nvSpPr>
            <p:cNvPr id="53" name="Google Shape;53;p6"/>
            <p:cNvSpPr/>
            <p:nvPr/>
          </p:nvSpPr>
          <p:spPr>
            <a:xfrm>
              <a:off x="0" y="0"/>
              <a:ext cx="4862339" cy="2749947"/>
            </a:xfrm>
            <a:custGeom>
              <a:avLst/>
              <a:gdLst/>
              <a:ahLst/>
              <a:cxnLst/>
              <a:rect l="l" t="t" r="r" b="b"/>
              <a:pathLst>
                <a:path w="4862339" h="2749947" extrusionOk="0">
                  <a:moveTo>
                    <a:pt x="0" y="0"/>
                  </a:moveTo>
                  <a:lnTo>
                    <a:pt x="4862339" y="0"/>
                  </a:lnTo>
                  <a:lnTo>
                    <a:pt x="4862339" y="2749947"/>
                  </a:lnTo>
                  <a:lnTo>
                    <a:pt x="0" y="2749947"/>
                  </a:lnTo>
                  <a:close/>
                </a:path>
              </a:pathLst>
            </a:custGeom>
            <a:gradFill>
              <a:gsLst>
                <a:gs pos="0">
                  <a:srgbClr val="FFDE59"/>
                </a:gs>
                <a:gs pos="100000">
                  <a:srgbClr val="FF914D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54" name="Google Shape;54;p6"/>
            <p:cNvSpPr txBox="1"/>
            <p:nvPr/>
          </p:nvSpPr>
          <p:spPr>
            <a:xfrm>
              <a:off x="0" y="-38100"/>
              <a:ext cx="4862400" cy="278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" name="Google Shape;55;p6"/>
          <p:cNvSpPr txBox="1">
            <a:spLocks noGrp="1"/>
          </p:cNvSpPr>
          <p:nvPr>
            <p:ph type="title"/>
          </p:nvPr>
        </p:nvSpPr>
        <p:spPr>
          <a:xfrm>
            <a:off x="906225" y="1941525"/>
            <a:ext cx="11421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body" idx="1"/>
          </p:nvPr>
        </p:nvSpPr>
        <p:spPr>
          <a:xfrm>
            <a:off x="3034400" y="4241425"/>
            <a:ext cx="51753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body" idx="2"/>
          </p:nvPr>
        </p:nvSpPr>
        <p:spPr>
          <a:xfrm>
            <a:off x="8404731" y="4241425"/>
            <a:ext cx="51753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1179313" y="434948"/>
            <a:ext cx="739893" cy="542140"/>
          </a:xfrm>
          <a:custGeom>
            <a:avLst/>
            <a:gdLst/>
            <a:ahLst/>
            <a:cxnLst/>
            <a:rect l="l" t="t" r="r" b="b"/>
            <a:pathLst>
              <a:path w="739893" h="542140" extrusionOk="0">
                <a:moveTo>
                  <a:pt x="0" y="0"/>
                </a:moveTo>
                <a:lnTo>
                  <a:pt x="739893" y="0"/>
                </a:lnTo>
                <a:lnTo>
                  <a:pt x="739893" y="542140"/>
                </a:lnTo>
                <a:lnTo>
                  <a:pt x="0" y="542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9" name="Google Shape;59;p6"/>
          <p:cNvSpPr txBox="1"/>
          <p:nvPr/>
        </p:nvSpPr>
        <p:spPr>
          <a:xfrm>
            <a:off x="13939729" y="553618"/>
            <a:ext cx="86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60" name="Google Shape;60;p6"/>
          <p:cNvSpPr txBox="1"/>
          <p:nvPr/>
        </p:nvSpPr>
        <p:spPr>
          <a:xfrm>
            <a:off x="16320901" y="553618"/>
            <a:ext cx="97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61" name="Google Shape;61;p6"/>
          <p:cNvSpPr txBox="1"/>
          <p:nvPr/>
        </p:nvSpPr>
        <p:spPr>
          <a:xfrm>
            <a:off x="11685804" y="553618"/>
            <a:ext cx="72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62" name="Google Shape;62;p6"/>
          <p:cNvSpPr txBox="1"/>
          <p:nvPr/>
        </p:nvSpPr>
        <p:spPr>
          <a:xfrm>
            <a:off x="9486239" y="553618"/>
            <a:ext cx="62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16652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63" name="Google Shape;63;p6"/>
          <p:cNvSpPr txBox="1"/>
          <p:nvPr/>
        </p:nvSpPr>
        <p:spPr>
          <a:xfrm>
            <a:off x="2123060" y="553618"/>
            <a:ext cx="583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  <p:pic>
        <p:nvPicPr>
          <p:cNvPr id="64" name="Google Shape;6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8813" y="-364250"/>
            <a:ext cx="2527357" cy="109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57700" y="7249350"/>
            <a:ext cx="1190800" cy="272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 rot="10800000">
            <a:off x="-87199" y="-77172"/>
            <a:ext cx="18462047" cy="10585936"/>
            <a:chOff x="0" y="-38100"/>
            <a:chExt cx="4862400" cy="2788047"/>
          </a:xfrm>
        </p:grpSpPr>
        <p:sp>
          <p:nvSpPr>
            <p:cNvPr id="68" name="Google Shape;68;p7"/>
            <p:cNvSpPr/>
            <p:nvPr/>
          </p:nvSpPr>
          <p:spPr>
            <a:xfrm>
              <a:off x="0" y="0"/>
              <a:ext cx="4862339" cy="2749947"/>
            </a:xfrm>
            <a:custGeom>
              <a:avLst/>
              <a:gdLst/>
              <a:ahLst/>
              <a:cxnLst/>
              <a:rect l="l" t="t" r="r" b="b"/>
              <a:pathLst>
                <a:path w="4862339" h="2749947" extrusionOk="0">
                  <a:moveTo>
                    <a:pt x="0" y="0"/>
                  </a:moveTo>
                  <a:lnTo>
                    <a:pt x="4862339" y="0"/>
                  </a:lnTo>
                  <a:lnTo>
                    <a:pt x="4862339" y="2749947"/>
                  </a:lnTo>
                  <a:lnTo>
                    <a:pt x="0" y="2749947"/>
                  </a:lnTo>
                  <a:close/>
                </a:path>
              </a:pathLst>
            </a:custGeom>
            <a:gradFill>
              <a:gsLst>
                <a:gs pos="0">
                  <a:srgbClr val="FFDE59"/>
                </a:gs>
                <a:gs pos="100000">
                  <a:srgbClr val="FF914D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69" name="Google Shape;69;p7"/>
            <p:cNvSpPr txBox="1"/>
            <p:nvPr/>
          </p:nvSpPr>
          <p:spPr>
            <a:xfrm>
              <a:off x="0" y="-38100"/>
              <a:ext cx="4862400" cy="278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" name="Google Shape;70;p7"/>
          <p:cNvSpPr txBox="1">
            <a:spLocks noGrp="1"/>
          </p:cNvSpPr>
          <p:nvPr>
            <p:ph type="title"/>
          </p:nvPr>
        </p:nvSpPr>
        <p:spPr>
          <a:xfrm>
            <a:off x="906225" y="1941525"/>
            <a:ext cx="11421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1"/>
          </p:nvPr>
        </p:nvSpPr>
        <p:spPr>
          <a:xfrm>
            <a:off x="2123050" y="5134425"/>
            <a:ext cx="61044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body" idx="2"/>
          </p:nvPr>
        </p:nvSpPr>
        <p:spPr>
          <a:xfrm>
            <a:off x="8450736" y="5134425"/>
            <a:ext cx="610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1179313" y="434948"/>
            <a:ext cx="739893" cy="542140"/>
          </a:xfrm>
          <a:custGeom>
            <a:avLst/>
            <a:gdLst/>
            <a:ahLst/>
            <a:cxnLst/>
            <a:rect l="l" t="t" r="r" b="b"/>
            <a:pathLst>
              <a:path w="739893" h="542140" extrusionOk="0">
                <a:moveTo>
                  <a:pt x="0" y="0"/>
                </a:moveTo>
                <a:lnTo>
                  <a:pt x="739893" y="0"/>
                </a:lnTo>
                <a:lnTo>
                  <a:pt x="739893" y="542140"/>
                </a:lnTo>
                <a:lnTo>
                  <a:pt x="0" y="542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4" name="Google Shape;74;p7"/>
          <p:cNvSpPr txBox="1"/>
          <p:nvPr/>
        </p:nvSpPr>
        <p:spPr>
          <a:xfrm>
            <a:off x="13939729" y="553618"/>
            <a:ext cx="86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75" name="Google Shape;75;p7"/>
          <p:cNvSpPr txBox="1"/>
          <p:nvPr/>
        </p:nvSpPr>
        <p:spPr>
          <a:xfrm>
            <a:off x="16320901" y="553618"/>
            <a:ext cx="97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76" name="Google Shape;76;p7"/>
          <p:cNvSpPr txBox="1"/>
          <p:nvPr/>
        </p:nvSpPr>
        <p:spPr>
          <a:xfrm>
            <a:off x="11685804" y="553618"/>
            <a:ext cx="72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77" name="Google Shape;77;p7"/>
          <p:cNvSpPr txBox="1"/>
          <p:nvPr/>
        </p:nvSpPr>
        <p:spPr>
          <a:xfrm>
            <a:off x="9486239" y="553618"/>
            <a:ext cx="62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16652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78" name="Google Shape;78;p7"/>
          <p:cNvSpPr txBox="1"/>
          <p:nvPr/>
        </p:nvSpPr>
        <p:spPr>
          <a:xfrm>
            <a:off x="2123060" y="553618"/>
            <a:ext cx="583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  <p:pic>
        <p:nvPicPr>
          <p:cNvPr id="79" name="Google Shape;7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8813" y="-364250"/>
            <a:ext cx="2527357" cy="109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67650" y="4611675"/>
            <a:ext cx="1190800" cy="272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8"/>
          <p:cNvGrpSpPr/>
          <p:nvPr/>
        </p:nvGrpSpPr>
        <p:grpSpPr>
          <a:xfrm rot="10800000">
            <a:off x="-87199" y="-77172"/>
            <a:ext cx="18462047" cy="10585936"/>
            <a:chOff x="0" y="-38100"/>
            <a:chExt cx="4862400" cy="2788047"/>
          </a:xfrm>
        </p:grpSpPr>
        <p:sp>
          <p:nvSpPr>
            <p:cNvPr id="83" name="Google Shape;83;p8"/>
            <p:cNvSpPr/>
            <p:nvPr/>
          </p:nvSpPr>
          <p:spPr>
            <a:xfrm>
              <a:off x="0" y="0"/>
              <a:ext cx="4862339" cy="2749947"/>
            </a:xfrm>
            <a:custGeom>
              <a:avLst/>
              <a:gdLst/>
              <a:ahLst/>
              <a:cxnLst/>
              <a:rect l="l" t="t" r="r" b="b"/>
              <a:pathLst>
                <a:path w="4862339" h="2749947" extrusionOk="0">
                  <a:moveTo>
                    <a:pt x="0" y="0"/>
                  </a:moveTo>
                  <a:lnTo>
                    <a:pt x="4862339" y="0"/>
                  </a:lnTo>
                  <a:lnTo>
                    <a:pt x="4862339" y="2749947"/>
                  </a:lnTo>
                  <a:lnTo>
                    <a:pt x="0" y="2749947"/>
                  </a:lnTo>
                  <a:close/>
                </a:path>
              </a:pathLst>
            </a:custGeom>
            <a:gradFill>
              <a:gsLst>
                <a:gs pos="0">
                  <a:srgbClr val="FFDE59"/>
                </a:gs>
                <a:gs pos="100000">
                  <a:srgbClr val="FF914D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84" name="Google Shape;84;p8"/>
            <p:cNvSpPr txBox="1"/>
            <p:nvPr/>
          </p:nvSpPr>
          <p:spPr>
            <a:xfrm>
              <a:off x="0" y="-38100"/>
              <a:ext cx="4862400" cy="278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" name="Google Shape;85;p8"/>
          <p:cNvSpPr txBox="1">
            <a:spLocks noGrp="1"/>
          </p:cNvSpPr>
          <p:nvPr>
            <p:ph type="title"/>
          </p:nvPr>
        </p:nvSpPr>
        <p:spPr>
          <a:xfrm>
            <a:off x="906225" y="1941525"/>
            <a:ext cx="11421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1179313" y="434948"/>
            <a:ext cx="739893" cy="542140"/>
          </a:xfrm>
          <a:custGeom>
            <a:avLst/>
            <a:gdLst/>
            <a:ahLst/>
            <a:cxnLst/>
            <a:rect l="l" t="t" r="r" b="b"/>
            <a:pathLst>
              <a:path w="739893" h="542140" extrusionOk="0">
                <a:moveTo>
                  <a:pt x="0" y="0"/>
                </a:moveTo>
                <a:lnTo>
                  <a:pt x="739893" y="0"/>
                </a:lnTo>
                <a:lnTo>
                  <a:pt x="739893" y="542140"/>
                </a:lnTo>
                <a:lnTo>
                  <a:pt x="0" y="542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7" name="Google Shape;87;p8"/>
          <p:cNvSpPr txBox="1"/>
          <p:nvPr/>
        </p:nvSpPr>
        <p:spPr>
          <a:xfrm>
            <a:off x="13939729" y="553618"/>
            <a:ext cx="86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88" name="Google Shape;88;p8"/>
          <p:cNvSpPr txBox="1"/>
          <p:nvPr/>
        </p:nvSpPr>
        <p:spPr>
          <a:xfrm>
            <a:off x="16320901" y="553618"/>
            <a:ext cx="97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89" name="Google Shape;89;p8"/>
          <p:cNvSpPr txBox="1"/>
          <p:nvPr/>
        </p:nvSpPr>
        <p:spPr>
          <a:xfrm>
            <a:off x="11685804" y="553618"/>
            <a:ext cx="72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90" name="Google Shape;90;p8"/>
          <p:cNvSpPr txBox="1"/>
          <p:nvPr/>
        </p:nvSpPr>
        <p:spPr>
          <a:xfrm>
            <a:off x="9486239" y="553618"/>
            <a:ext cx="62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16652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91" name="Google Shape;91;p8"/>
          <p:cNvSpPr txBox="1"/>
          <p:nvPr/>
        </p:nvSpPr>
        <p:spPr>
          <a:xfrm>
            <a:off x="2123060" y="553618"/>
            <a:ext cx="583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  <p:pic>
        <p:nvPicPr>
          <p:cNvPr id="92" name="Google Shape;9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8813" y="-364250"/>
            <a:ext cx="2527357" cy="109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3788" y="9546825"/>
            <a:ext cx="2527357" cy="109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9"/>
          <p:cNvGrpSpPr/>
          <p:nvPr/>
        </p:nvGrpSpPr>
        <p:grpSpPr>
          <a:xfrm rot="10800000">
            <a:off x="-87199" y="-77172"/>
            <a:ext cx="18462047" cy="10585936"/>
            <a:chOff x="0" y="-38100"/>
            <a:chExt cx="4862400" cy="2788047"/>
          </a:xfrm>
        </p:grpSpPr>
        <p:sp>
          <p:nvSpPr>
            <p:cNvPr id="96" name="Google Shape;96;p9"/>
            <p:cNvSpPr/>
            <p:nvPr/>
          </p:nvSpPr>
          <p:spPr>
            <a:xfrm>
              <a:off x="0" y="0"/>
              <a:ext cx="4862339" cy="2749947"/>
            </a:xfrm>
            <a:custGeom>
              <a:avLst/>
              <a:gdLst/>
              <a:ahLst/>
              <a:cxnLst/>
              <a:rect l="l" t="t" r="r" b="b"/>
              <a:pathLst>
                <a:path w="4862339" h="2749947" extrusionOk="0">
                  <a:moveTo>
                    <a:pt x="0" y="0"/>
                  </a:moveTo>
                  <a:lnTo>
                    <a:pt x="4862339" y="0"/>
                  </a:lnTo>
                  <a:lnTo>
                    <a:pt x="4862339" y="2749947"/>
                  </a:lnTo>
                  <a:lnTo>
                    <a:pt x="0" y="2749947"/>
                  </a:lnTo>
                  <a:close/>
                </a:path>
              </a:pathLst>
            </a:custGeom>
            <a:gradFill>
              <a:gsLst>
                <a:gs pos="0">
                  <a:srgbClr val="FFDE59"/>
                </a:gs>
                <a:gs pos="100000">
                  <a:srgbClr val="FF914D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97" name="Google Shape;97;p9"/>
            <p:cNvSpPr txBox="1"/>
            <p:nvPr/>
          </p:nvSpPr>
          <p:spPr>
            <a:xfrm>
              <a:off x="0" y="-38100"/>
              <a:ext cx="4862400" cy="278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9"/>
          <p:cNvSpPr txBox="1">
            <a:spLocks noGrp="1"/>
          </p:cNvSpPr>
          <p:nvPr>
            <p:ph type="body" idx="1"/>
          </p:nvPr>
        </p:nvSpPr>
        <p:spPr>
          <a:xfrm>
            <a:off x="7566500" y="4428675"/>
            <a:ext cx="5111700" cy="44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body" idx="2"/>
          </p:nvPr>
        </p:nvSpPr>
        <p:spPr>
          <a:xfrm>
            <a:off x="1919200" y="4428675"/>
            <a:ext cx="52656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9"/>
          <p:cNvSpPr/>
          <p:nvPr/>
        </p:nvSpPr>
        <p:spPr>
          <a:xfrm>
            <a:off x="1179313" y="434948"/>
            <a:ext cx="739893" cy="542140"/>
          </a:xfrm>
          <a:custGeom>
            <a:avLst/>
            <a:gdLst/>
            <a:ahLst/>
            <a:cxnLst/>
            <a:rect l="l" t="t" r="r" b="b"/>
            <a:pathLst>
              <a:path w="739893" h="542140" extrusionOk="0">
                <a:moveTo>
                  <a:pt x="0" y="0"/>
                </a:moveTo>
                <a:lnTo>
                  <a:pt x="739893" y="0"/>
                </a:lnTo>
                <a:lnTo>
                  <a:pt x="739893" y="542140"/>
                </a:lnTo>
                <a:lnTo>
                  <a:pt x="0" y="542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1" name="Google Shape;101;p9"/>
          <p:cNvSpPr txBox="1"/>
          <p:nvPr/>
        </p:nvSpPr>
        <p:spPr>
          <a:xfrm>
            <a:off x="13939729" y="553618"/>
            <a:ext cx="86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102" name="Google Shape;102;p9"/>
          <p:cNvSpPr txBox="1"/>
          <p:nvPr/>
        </p:nvSpPr>
        <p:spPr>
          <a:xfrm>
            <a:off x="16320901" y="553618"/>
            <a:ext cx="97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103" name="Google Shape;103;p9"/>
          <p:cNvSpPr txBox="1"/>
          <p:nvPr/>
        </p:nvSpPr>
        <p:spPr>
          <a:xfrm>
            <a:off x="11685804" y="553618"/>
            <a:ext cx="72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104" name="Google Shape;104;p9"/>
          <p:cNvSpPr txBox="1"/>
          <p:nvPr/>
        </p:nvSpPr>
        <p:spPr>
          <a:xfrm>
            <a:off x="9486239" y="553618"/>
            <a:ext cx="62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16652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105" name="Google Shape;105;p9"/>
          <p:cNvSpPr txBox="1"/>
          <p:nvPr/>
        </p:nvSpPr>
        <p:spPr>
          <a:xfrm>
            <a:off x="2123060" y="553618"/>
            <a:ext cx="583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title"/>
          </p:nvPr>
        </p:nvSpPr>
        <p:spPr>
          <a:xfrm>
            <a:off x="906225" y="1941525"/>
            <a:ext cx="11421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rchivo Black"/>
              <a:buNone/>
              <a:defRPr sz="70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07" name="Google Shape;10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8813" y="-278525"/>
            <a:ext cx="2527357" cy="109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44925" y="9757900"/>
            <a:ext cx="2527357" cy="109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0"/>
          <p:cNvGrpSpPr/>
          <p:nvPr/>
        </p:nvGrpSpPr>
        <p:grpSpPr>
          <a:xfrm rot="10800000">
            <a:off x="-87199" y="-77172"/>
            <a:ext cx="18462047" cy="10585936"/>
            <a:chOff x="0" y="-38100"/>
            <a:chExt cx="4862400" cy="2788047"/>
          </a:xfrm>
        </p:grpSpPr>
        <p:sp>
          <p:nvSpPr>
            <p:cNvPr id="111" name="Google Shape;111;p10"/>
            <p:cNvSpPr/>
            <p:nvPr/>
          </p:nvSpPr>
          <p:spPr>
            <a:xfrm>
              <a:off x="0" y="0"/>
              <a:ext cx="4862339" cy="2749947"/>
            </a:xfrm>
            <a:custGeom>
              <a:avLst/>
              <a:gdLst/>
              <a:ahLst/>
              <a:cxnLst/>
              <a:rect l="l" t="t" r="r" b="b"/>
              <a:pathLst>
                <a:path w="4862339" h="2749947" extrusionOk="0">
                  <a:moveTo>
                    <a:pt x="0" y="0"/>
                  </a:moveTo>
                  <a:lnTo>
                    <a:pt x="4862339" y="0"/>
                  </a:lnTo>
                  <a:lnTo>
                    <a:pt x="4862339" y="2749947"/>
                  </a:lnTo>
                  <a:lnTo>
                    <a:pt x="0" y="2749947"/>
                  </a:lnTo>
                  <a:close/>
                </a:path>
              </a:pathLst>
            </a:custGeom>
            <a:gradFill>
              <a:gsLst>
                <a:gs pos="0">
                  <a:srgbClr val="FFDE59"/>
                </a:gs>
                <a:gs pos="100000">
                  <a:srgbClr val="FF914D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12" name="Google Shape;112;p10"/>
            <p:cNvSpPr txBox="1"/>
            <p:nvPr/>
          </p:nvSpPr>
          <p:spPr>
            <a:xfrm>
              <a:off x="0" y="-38100"/>
              <a:ext cx="4862400" cy="278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10"/>
          <p:cNvSpPr>
            <a:spLocks noGrp="1"/>
          </p:cNvSpPr>
          <p:nvPr>
            <p:ph type="pic" idx="2"/>
          </p:nvPr>
        </p:nvSpPr>
        <p:spPr>
          <a:xfrm>
            <a:off x="2123050" y="4741050"/>
            <a:ext cx="5348400" cy="40113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0"/>
          <p:cNvSpPr txBox="1">
            <a:spLocks noGrp="1"/>
          </p:cNvSpPr>
          <p:nvPr>
            <p:ph type="body" idx="1"/>
          </p:nvPr>
        </p:nvSpPr>
        <p:spPr>
          <a:xfrm>
            <a:off x="10465888" y="47410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0"/>
          <p:cNvSpPr/>
          <p:nvPr/>
        </p:nvSpPr>
        <p:spPr>
          <a:xfrm>
            <a:off x="1179313" y="434948"/>
            <a:ext cx="739893" cy="542140"/>
          </a:xfrm>
          <a:custGeom>
            <a:avLst/>
            <a:gdLst/>
            <a:ahLst/>
            <a:cxnLst/>
            <a:rect l="l" t="t" r="r" b="b"/>
            <a:pathLst>
              <a:path w="739893" h="542140" extrusionOk="0">
                <a:moveTo>
                  <a:pt x="0" y="0"/>
                </a:moveTo>
                <a:lnTo>
                  <a:pt x="739893" y="0"/>
                </a:lnTo>
                <a:lnTo>
                  <a:pt x="739893" y="542140"/>
                </a:lnTo>
                <a:lnTo>
                  <a:pt x="0" y="542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6" name="Google Shape;116;p10"/>
          <p:cNvSpPr txBox="1"/>
          <p:nvPr/>
        </p:nvSpPr>
        <p:spPr>
          <a:xfrm>
            <a:off x="13939729" y="553618"/>
            <a:ext cx="86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117" name="Google Shape;117;p10"/>
          <p:cNvSpPr txBox="1"/>
          <p:nvPr/>
        </p:nvSpPr>
        <p:spPr>
          <a:xfrm>
            <a:off x="16320901" y="553618"/>
            <a:ext cx="97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118" name="Google Shape;118;p10"/>
          <p:cNvSpPr txBox="1"/>
          <p:nvPr/>
        </p:nvSpPr>
        <p:spPr>
          <a:xfrm>
            <a:off x="11685804" y="553618"/>
            <a:ext cx="72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119" name="Google Shape;119;p10"/>
          <p:cNvSpPr txBox="1"/>
          <p:nvPr/>
        </p:nvSpPr>
        <p:spPr>
          <a:xfrm>
            <a:off x="9486239" y="553618"/>
            <a:ext cx="62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16652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120" name="Google Shape;120;p10"/>
          <p:cNvSpPr txBox="1"/>
          <p:nvPr/>
        </p:nvSpPr>
        <p:spPr>
          <a:xfrm>
            <a:off x="2123060" y="553618"/>
            <a:ext cx="583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  <p:sp>
        <p:nvSpPr>
          <p:cNvPr id="121" name="Google Shape;121;p10"/>
          <p:cNvSpPr txBox="1">
            <a:spLocks noGrp="1"/>
          </p:cNvSpPr>
          <p:nvPr>
            <p:ph type="title"/>
          </p:nvPr>
        </p:nvSpPr>
        <p:spPr>
          <a:xfrm>
            <a:off x="906225" y="1941525"/>
            <a:ext cx="11421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rchivo Black"/>
              <a:buNone/>
              <a:defRPr sz="70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22" name="Google Shape;12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8813" y="-278525"/>
            <a:ext cx="2527357" cy="109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44925" y="9757900"/>
            <a:ext cx="2527357" cy="109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06225" y="1941525"/>
            <a:ext cx="11421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rchivo Black"/>
              <a:buNone/>
              <a:defRPr sz="70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856850" y="45471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Char char="•"/>
              <a:defRPr sz="24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Char char="–"/>
              <a:defRPr sz="24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Char char="•"/>
              <a:defRPr sz="24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Char char="–"/>
              <a:defRPr sz="24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L="2286000" marR="0" lvl="4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Char char="»"/>
              <a:defRPr sz="24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L="2743200" marR="0" lvl="5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Char char="•"/>
              <a:defRPr sz="24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L="3200400" marR="0" lvl="6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Char char="•"/>
              <a:defRPr sz="24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L="3657600" marR="0" lvl="7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Char char="•"/>
              <a:defRPr sz="24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L="4114800" marR="0" lvl="8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Char char="•"/>
              <a:defRPr sz="24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437;p22"/>
          <p:cNvGrpSpPr/>
          <p:nvPr/>
        </p:nvGrpSpPr>
        <p:grpSpPr>
          <a:xfrm>
            <a:off x="-168585" y="-312512"/>
            <a:ext cx="18625171" cy="10767363"/>
            <a:chOff x="0" y="-38100"/>
            <a:chExt cx="4905395" cy="2835849"/>
          </a:xfrm>
        </p:grpSpPr>
        <p:sp>
          <p:nvSpPr>
            <p:cNvPr id="438" name="Google Shape;438;p22"/>
            <p:cNvSpPr/>
            <p:nvPr/>
          </p:nvSpPr>
          <p:spPr>
            <a:xfrm>
              <a:off x="0" y="0"/>
              <a:ext cx="4905395" cy="2797749"/>
            </a:xfrm>
            <a:custGeom>
              <a:avLst/>
              <a:gdLst/>
              <a:ahLst/>
              <a:cxnLst/>
              <a:rect l="l" t="t" r="r" b="b"/>
              <a:pathLst>
                <a:path w="4905395" h="2797749" extrusionOk="0">
                  <a:moveTo>
                    <a:pt x="0" y="0"/>
                  </a:moveTo>
                  <a:lnTo>
                    <a:pt x="4905395" y="0"/>
                  </a:lnTo>
                  <a:lnTo>
                    <a:pt x="4905395" y="2797749"/>
                  </a:lnTo>
                  <a:lnTo>
                    <a:pt x="0" y="2797749"/>
                  </a:lnTo>
                  <a:close/>
                </a:path>
              </a:pathLst>
            </a:custGeom>
            <a:gradFill>
              <a:gsLst>
                <a:gs pos="0">
                  <a:srgbClr val="FFDE59"/>
                </a:gs>
                <a:gs pos="100000">
                  <a:srgbClr val="FF914D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439" name="Google Shape;439;p22"/>
            <p:cNvSpPr txBox="1"/>
            <p:nvPr/>
          </p:nvSpPr>
          <p:spPr>
            <a:xfrm>
              <a:off x="0" y="-38100"/>
              <a:ext cx="4905395" cy="28358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40" name="Google Shape;4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4472" y="1105469"/>
            <a:ext cx="7382501" cy="695579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2"/>
          <p:cNvSpPr/>
          <p:nvPr/>
        </p:nvSpPr>
        <p:spPr>
          <a:xfrm>
            <a:off x="1179313" y="434948"/>
            <a:ext cx="739893" cy="542140"/>
          </a:xfrm>
          <a:custGeom>
            <a:avLst/>
            <a:gdLst/>
            <a:ahLst/>
            <a:cxnLst/>
            <a:rect l="l" t="t" r="r" b="b"/>
            <a:pathLst>
              <a:path w="739893" h="542140" extrusionOk="0">
                <a:moveTo>
                  <a:pt x="0" y="0"/>
                </a:moveTo>
                <a:lnTo>
                  <a:pt x="739893" y="0"/>
                </a:lnTo>
                <a:lnTo>
                  <a:pt x="739893" y="542140"/>
                </a:lnTo>
                <a:lnTo>
                  <a:pt x="0" y="542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22"/>
          <p:cNvSpPr txBox="1"/>
          <p:nvPr/>
        </p:nvSpPr>
        <p:spPr>
          <a:xfrm>
            <a:off x="247035" y="1227858"/>
            <a:ext cx="90834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7200" dirty="0" smtClean="0"/>
              <a:t>{title}</a:t>
            </a:r>
            <a:endParaRPr/>
          </a:p>
        </p:txBody>
      </p:sp>
      <p:sp>
        <p:nvSpPr>
          <p:cNvPr id="448" name="Google Shape;448;p22"/>
          <p:cNvSpPr txBox="1"/>
          <p:nvPr/>
        </p:nvSpPr>
        <p:spPr>
          <a:xfrm>
            <a:off x="309717" y="2490184"/>
            <a:ext cx="10709617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58"/>
              </a:lnSpc>
            </a:pPr>
            <a:r>
              <a:rPr lang="en-US" sz="2800" dirty="0" smtClean="0"/>
              <a:t>{bullets}</a:t>
            </a:r>
            <a:endParaRPr sz="2800"/>
          </a:p>
        </p:txBody>
      </p:sp>
      <p:pic>
        <p:nvPicPr>
          <p:cNvPr id="449" name="Google Shape;44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8813" y="-128282"/>
            <a:ext cx="2527357" cy="109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44925" y="9345367"/>
            <a:ext cx="2527357" cy="109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aaS Go-To-Market Strategy  Slides">
  <a:themeElements>
    <a:clrScheme name="Office">
      <a:dk1>
        <a:srgbClr val="000000"/>
      </a:dk1>
      <a:lt1>
        <a:srgbClr val="FFFFFF"/>
      </a:lt1>
      <a:dk2>
        <a:srgbClr val="8378FF"/>
      </a:dk2>
      <a:lt2>
        <a:srgbClr val="5C71F5"/>
      </a:lt2>
      <a:accent1>
        <a:srgbClr val="3660FF"/>
      </a:accent1>
      <a:accent2>
        <a:srgbClr val="FFDE59"/>
      </a:accent2>
      <a:accent3>
        <a:srgbClr val="FFB44A"/>
      </a:accent3>
      <a:accent4>
        <a:srgbClr val="F0E0D5"/>
      </a:accent4>
      <a:accent5>
        <a:srgbClr val="EF864B"/>
      </a:accent5>
      <a:accent6>
        <a:srgbClr val="ED7843"/>
      </a:accent6>
      <a:hlink>
        <a:srgbClr val="E16652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</Words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Archivo Black</vt:lpstr>
      <vt:lpstr>Montserrat</vt:lpstr>
      <vt:lpstr>SaaS Go-To-Market Strategy  Slides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PMYLS</dc:creator>
  <cp:lastModifiedBy>PMLS</cp:lastModifiedBy>
  <cp:revision>2</cp:revision>
  <dcterms:modified xsi:type="dcterms:W3CDTF">2026-09-10T05:44:44Z</dcterms:modified>
</cp:coreProperties>
</file>